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explicando que el territorio escogido es Deporte, salud y descanso y que se decidió profundizar en descanso, específicamente sueño durante el ciclo académico.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presentar solución todavía. El objetivo de la PC1 es demostrar el problema, su urgencia, sus consecuencias y los sustentos.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no se encontró una estimación nacional representativa; por eso se usan estudios peruanos en distintas poblaciones y se evita generalizar a todos los universitarios del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lenguaje cuidadoso: asociarse o relacionarse, no afirmar causalidad.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la muestra es pequeña. Usar “5 de 8 encuestados”, no “62.5% de UTEC”.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para humanizar el problema con el testimonio y conectar con las fuentes secundarias.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corrección clave: no segmentar por causas como estrés/celular/transporte, porque las preguntas permitían marcar varias opciones. La segmentación se basa en frecuencia, una variable que sí medimos directamente.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apunta al 20: segmento objetivo elegido por urgencia, consecuencias y sustento lógico. Mantenerlo como preliminar porque se basa en evidencia exploratoria.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como respaldo, no necesariamente leerla durante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flat_illustration_of_a_modern_u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9320" y="1078992"/>
            <a:ext cx="5349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de sueño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estudiantes universitarios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016752" y="2468880"/>
            <a:ext cx="2194560" cy="0"/>
          </a:xfrm>
          <a:prstGeom prst="line">
            <a:avLst/>
          </a:prstGeom>
          <a:noFill/>
          <a:ln w="50800">
            <a:solidFill>
              <a:srgbClr val="00AFC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16752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PC1 · Emprendimiento 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16752" y="30540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Territorio: Deporte, salud y descanso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calm_flat_vector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2648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Formulación inicial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53D5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828800"/>
            <a:ext cx="53492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Dificultad de los estudiantes universitarios para mantener un sueño suficiente, regular y de buena calidad durante el ciclo académico.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4672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Consecuencias preliminares a investigar: cansancio, menor concentración y deterioro del bienestar/desempeño durante el día.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4800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guía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5138928"/>
            <a:ext cx="4846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dificulta mantener un sueño adecuado durante el ciclo y qué ocurre cuando no se consigue?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PC1 · Emprendimiento I · Territorio: Deporte, salud y descanso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¿Es urgente?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Frecuencias altas en poblaciones universitarias peruanas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2560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 calidad de sueño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293 estudiantes UDEP · 75.1% Ingeniería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Castillo-Horna &amp; Tapia-Bellina, 2024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800600" y="2167128"/>
            <a:ext cx="2560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 calidad de sueño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381 estudiantes URP, Lima · Ingeniería + 3 facultades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Gutierrez-Velarde et al., 2023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75.3%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686800" y="2167128"/>
            <a:ext cx="2560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de sueño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279 estudiantes UNAP · diferentes carreras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Murrieta-Ruiz et al. · datos COVID-19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aparece en distintas poblaciones universitarias peruanas; no parece un caso aislado.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5715000"/>
            <a:ext cx="10241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los porcentajes corresponden a las poblaciones estudiadas y no constituyen una estimación nacional.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secundarias: SciELO Perú · Frontiers in Public Health · ScienceDirect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illustration_scene_flat_vector_graph.png">    </p:cNvPr>
          <p:cNvPicPr>
            <a:picLocks noChangeAspect="1"/>
          </p:cNvPicPr>
          <p:nvPr/>
        </p:nvPicPr>
        <p:blipFill>
          <a:blip r:embed="rId1"/>
          <a:srcRect l="0" r="-104649" t="25000" b="0"/>
          <a:stretch/>
        </p:blipFill>
        <p:spPr>
          <a:xfrm>
            <a:off x="0" y="4343400"/>
            <a:ext cx="12191695" cy="2514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Consecuencias documentadas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2648" y="822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solo de dormir menos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544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rendimiento académico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19019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sueño inadecuado se relaciona negativamente con el rendimiento académico universitario.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Suardiaz-Muro et al., 2020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22960" y="1481328"/>
            <a:ext cx="86868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5544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somnolencia diurna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434840" y="19019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alteración del sueño se relaciona con somnolencia diurna y peor rendimiento académico.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4434840" y="2523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Seoane et al., 2020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434840" y="1481328"/>
            <a:ext cx="868680" cy="0"/>
          </a:xfrm>
          <a:prstGeom prst="line">
            <a:avLst/>
          </a:prstGeom>
          <a:noFill/>
          <a:ln w="38100">
            <a:solidFill>
              <a:srgbClr val="124E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15544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Peor bienestar psicológico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001000" y="19019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universitarios peruanos, la mala calidad de sueño se asocia con ansiedad, depresión y estrés.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8001000" y="2523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Vilchez-Cornejo et al., 2016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001000" y="1481328"/>
            <a:ext cx="86868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Consecuencias sustentadas con revisión sistemática, metaanálisis y estudio peruano.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urvey_lef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924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Evidencia primaria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67528" y="8412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 exploratoria propia · estudiantes UTEC · n = 8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367528" y="1161288"/>
            <a:ext cx="205740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40680" y="2130552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duermen menos de 7 horas en una semana normal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74066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06640" y="2130552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sacrifican sueño frecuentemente por actividades universitarias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937260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de 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72600" y="2130552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empeora durante semanas de finales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544068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Factores más reportados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40680" y="3803904"/>
            <a:ext cx="5212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  Carga académica o entregas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  Estudiar para evaluaciones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  Estrés o preocupaciones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40680" y="5715000"/>
            <a:ext cx="5760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exploratorios, no representativos de toda la población UTEC.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40680" y="65105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primaria: encuesta propia, septiembre 2026.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¿Cómo los está afectando?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Consecuencias reportadas en nuestra exploración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de 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Cansancio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66160" y="2130552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Somnolencia durante clases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F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309360" y="2130552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concentrarse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905256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52560" y="2130552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productividad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051560" y="3749040"/>
            <a:ext cx="9875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“El ciclo pasado me dormí durante la última media hora de un examen, mi cuerpo ya no aguantaba.”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4617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Estudiante UTEC, encuesta exploratoria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5440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hallazgos exploratorios son consistentes con la literatura sobre somnolencia diurna y rendimiento académico.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primaria: encuesta propia, septiembre 2026.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Segmentación sincera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Basada en una variable que sí medimos directamente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Criterio: frecuencia con la que el estudiante sacrifica sueño por actividades universitarias.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afectación académica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34E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de 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Duermen menos de lo necesario frecuentemente.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177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B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Afectación ocasional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6B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de 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veces sacrifican sueño por actividades universitarias.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 afectación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5820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A8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de 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6676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Rara vez o nunca sacrifica sueño por actividades universitarias.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10378440" cy="0"/>
          </a:xfrm>
          <a:prstGeom prst="line">
            <a:avLst/>
          </a:prstGeom>
          <a:noFill/>
          <a:ln w="19050">
            <a:solidFill>
              <a:srgbClr val="DD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Sustento lógico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8680" y="495604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frecuencia distingue a estudiantes para quienes el problema es recurrente de quienes lo viven de forma ocasional.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6418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donde se intensifica: 8/8 finales · 7/8 parciales · 7/8 semanas con muchas entregas/proyectos.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primaria: encuesta propia, septiembre 2026. n=8.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calm_flat_vector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Segmento objetivo preliminar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76656" y="1060704"/>
            <a:ext cx="1920240" cy="0"/>
          </a:xfrm>
          <a:prstGeom prst="line">
            <a:avLst/>
          </a:prstGeom>
          <a:noFill/>
          <a:ln w="38100">
            <a:solidFill>
              <a:srgbClr val="53D5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1783080"/>
            <a:ext cx="6126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Estudiantes universitarios que frecuentemente sacrifican horas de sueño por actividades académicas, especialmente durante evaluaciones y entregas.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68096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D5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empezar ahí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4160520"/>
            <a:ext cx="5943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Urgencia: el problema ocurre de forma recurrente.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Consecuencias: cansancio, somnolencia y concentración aparecen en la encuesta.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Alcance: es un público cercano y fácil de investigar.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5742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DD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afirmamos que este sea “todo UTEC”: es el segmento más lógico para seguir investigando.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para sustento secundario y fuente primaria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920240" cy="0"/>
          </a:xfrm>
          <a:prstGeom prst="line">
            <a:avLst/>
          </a:prstGeom>
          <a:noFill/>
          <a:ln w="38100">
            <a:solidFill>
              <a:srgbClr val="00AF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Castillo-Horna &amp; Tapia-Bellina (2024)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69080" y="141732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https://www.scielo.org.pe/scielo.php?pid=S0034-85972024000100032&amp;script=sci_arttext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Gutierrez-Velarde et al. (2023)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9080" y="19476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https://www.frontiersin.org/journals/public-health/articles/10.3389/fpubh.2023.932718/full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478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Murrieta-Ruiz et al.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9080" y="247802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https://www.sciencedirect.com/science/article/abs/pii/S0034745023001130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30083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Suardiaz-Muro et al. (2020)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69080" y="300837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https://pubmed.ncbi.nlm.nih.gov/32627159/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3538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Seoane et al. (2020)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69080" y="35387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https://www.sciencedirect.com/science/article/pii/S1087079220300769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Vilchez-Cornejo et al. (2016)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69080" y="406908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https://www.scielo.cl/scielo.php?pid=S0717-92272016000400002&amp;script=sci_arttext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usado para fuente primaria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69080" y="45994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https://docs.google.com/forms/d/e/1FAIpQLSe6Z-qs1oaywC5-p0SmJBevGG3P8m1KFMHP4iWU-GhCcB803A/viewform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primaria: encuesta exploratoria propia a estudiantes UTEC, septiembre 2026, n=8. Resultados no representativos de toda la población UTEC.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completas disponibles en la guía de armado.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PC1 - Problemas de sueño en estudiantes universitarios</dc:title>
  <dc:subject>PC1 Emprendimiento I - Sueño en estudiantes universitarios</dc:subject>
  <dc:creator>OpenAI</dc:creator>
  <cp:lastModifiedBy>OpenAI</cp:lastModifiedBy>
  <cp:revision>1</cp:revision>
  <dcterms:created xsi:type="dcterms:W3CDTF">2026-09-04T17:01:50Z</dcterms:created>
  <dcterms:modified xsi:type="dcterms:W3CDTF">2026-09-04T17:01:50Z</dcterms:modified>
</cp:coreProperties>
</file>