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8288000" cy="102870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Black" panose="00000A00000000000000" pitchFamily="2" charset="0"/>
      <p:bold r:id="rId31"/>
      <p:boldItalic r:id="rId32"/>
    </p:embeddedFont>
    <p:embeddedFont>
      <p:font typeface="Montserrat ExtraBold" panose="00000900000000000000" pitchFamily="2" charset="0"/>
      <p:bold r:id="rId33"/>
      <p:boldItalic r:id="rId34"/>
    </p:embeddedFont>
    <p:embeddedFont>
      <p:font typeface="Montserrat Medium" panose="00000600000000000000" pitchFamily="2" charset="0"/>
      <p:regular r:id="rId35"/>
      <p:bold r:id="rId36"/>
      <p:italic r:id="rId37"/>
      <p:boldItalic r:id="rId38"/>
    </p:embeddedFont>
    <p:embeddedFont>
      <p:font typeface="Roboto Slab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F35A4-4400-4069-BC7C-99DAD7CCA843}">
  <a:tblStyle styleId="{3F7F35A4-4400-4069-BC7C-99DAD7CCA8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" name="Google Shape;1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128af056d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1128af056d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1a0acd4d9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11a0acd4d9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128af056d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1128af056d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4C3AF9DA-E983-3363-8097-01ECD1C41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32A61A09-35AC-A769-13AA-18DDD3CA68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38131BD0-627C-785D-309C-21D571AE7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660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F9D25E89-D002-9002-410E-F4451E11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18DD32DD-94F4-BC6D-0791-3E0B1087A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163BC2F5-D922-119D-D8D0-10682D588E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169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CF4AFB1-9FE8-4333-CE42-D935AE0D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EBD6CC4E-9144-1C1C-B909-1517E8ECFD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DC0E581D-0152-9CF4-F976-DD2373D7E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147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DD47B349-6660-0C73-5D3A-FFFBB993D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17E97E5D-7BB9-FC04-2722-85D00996D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54BD14C0-EB82-2D40-94E9-D8C3D2503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4974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7281EFB-CBA4-C4C8-FC6B-E6733E40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3C43D8F6-A6E1-22A7-FC29-B0B866F1B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5DE40C14-ECB4-C169-ACE1-62B0AB90D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036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A21918B-748D-6BB4-02CC-8F7C1FD1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CBE047F4-A047-49E4-7AD1-FB5CACFC9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E1163316-D480-CBD8-E43B-EE8C640E9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471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4EC00168-60E2-CC2C-106C-C1181EF9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128af056da_0_15:notes">
            <a:extLst>
              <a:ext uri="{FF2B5EF4-FFF2-40B4-BE49-F238E27FC236}">
                <a16:creationId xmlns:a16="http://schemas.microsoft.com/office/drawing/2014/main" id="{4118FE20-B998-7653-5EC2-8B9CA22D4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1128af056da_0_15:notes">
            <a:extLst>
              <a:ext uri="{FF2B5EF4-FFF2-40B4-BE49-F238E27FC236}">
                <a16:creationId xmlns:a16="http://schemas.microsoft.com/office/drawing/2014/main" id="{A4C497AE-4455-CEDF-8771-8BD625985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2235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263e956cf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2263e956cf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dc9287e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dc9287e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eefefbcd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eefefbcd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0eefefbcd5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0eefefbcd5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dc9287eb2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1dc9287eb2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dc9287eb2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1dc9287eb2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1dc9287e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1dc9287e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eefefbc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eefefbc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28af056d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28af056d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28af056da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28af056da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eefefbcd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0eefefbcd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28af056da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28af056da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>
  <p:cSld name="CUSTOM_1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CUSTOM_6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CUSTOM_2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">
  <p:cSld name="CUSTOM_3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1223525" y="2514602"/>
            <a:ext cx="8007300" cy="201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s-PE" sz="9600" dirty="0"/>
              <a:t>El sentido de la ética</a:t>
            </a:r>
            <a:br>
              <a:rPr lang="es-PE" sz="9600" dirty="0"/>
            </a:br>
            <a:r>
              <a:rPr lang="es-ES" sz="5400" b="0" dirty="0"/>
              <a:t>Texto introductorio</a:t>
            </a:r>
            <a:br>
              <a:rPr lang="es-PE" sz="5400" b="0" dirty="0"/>
            </a:br>
            <a:r>
              <a:rPr lang="es-ES" sz="5400" b="0" dirty="0" err="1"/>
              <a:t>Giusti</a:t>
            </a:r>
            <a:r>
              <a:rPr lang="es-ES" sz="5400" b="0" dirty="0"/>
              <a:t>. EL sentido de la ética</a:t>
            </a:r>
            <a:endParaRPr lang="es-ES" sz="5000" i="1" dirty="0">
              <a:latin typeface="Montserrat Black"/>
              <a:ea typeface="Montserrat"/>
              <a:cs typeface="Montserrat"/>
              <a:sym typeface="Montserrat Black"/>
            </a:endParaRPr>
          </a:p>
        </p:txBody>
      </p:sp>
      <p:cxnSp>
        <p:nvCxnSpPr>
          <p:cNvPr id="22" name="Google Shape;22;p7"/>
          <p:cNvCxnSpPr/>
          <p:nvPr/>
        </p:nvCxnSpPr>
        <p:spPr>
          <a:xfrm rot="10800000">
            <a:off x="1327150" y="5978775"/>
            <a:ext cx="897000" cy="0"/>
          </a:xfrm>
          <a:prstGeom prst="straightConnector1">
            <a:avLst/>
          </a:prstGeom>
          <a:noFill/>
          <a:ln w="7620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20;p7">
            <a:extLst>
              <a:ext uri="{FF2B5EF4-FFF2-40B4-BE49-F238E27FC236}">
                <a16:creationId xmlns:a16="http://schemas.microsoft.com/office/drawing/2014/main" id="{F0839C35-2762-47AD-BB55-894B3B44AA89}"/>
              </a:ext>
            </a:extLst>
          </p:cNvPr>
          <p:cNvSpPr txBox="1"/>
          <p:nvPr/>
        </p:nvSpPr>
        <p:spPr>
          <a:xfrm>
            <a:off x="1592235" y="7396577"/>
            <a:ext cx="8007300" cy="59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s-ES" sz="3500" i="1" dirty="0">
                <a:latin typeface="Montserrat Black"/>
                <a:ea typeface="Montserrat"/>
                <a:cs typeface="Montserrat"/>
                <a:sym typeface="Montserrat Black"/>
              </a:rPr>
              <a:t>2025-1</a:t>
            </a:r>
            <a:endParaRPr sz="3500" i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/>
        </p:nvSpPr>
        <p:spPr>
          <a:xfrm>
            <a:off x="2202000" y="4037325"/>
            <a:ext cx="71553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</a:pPr>
            <a:r>
              <a:rPr lang="en" sz="3200" dirty="0"/>
              <a:t>¿Cuál es la diferencia entre la defensa de Troya por parte de Héctor con la defensa de las termitas contra las hormingas?</a:t>
            </a:r>
            <a:endParaRPr sz="2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/>
        </p:nvSpPr>
        <p:spPr>
          <a:xfrm>
            <a:off x="936155" y="2748680"/>
            <a:ext cx="7769700" cy="6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Ilíada</a:t>
            </a:r>
            <a:endParaRPr sz="4000" i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9"/>
          <p:cNvSpPr txBox="1"/>
          <p:nvPr/>
        </p:nvSpPr>
        <p:spPr>
          <a:xfrm>
            <a:off x="1894800" y="3984675"/>
            <a:ext cx="77697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Héctor sale a luchar contra Aquiles porque </a:t>
            </a:r>
            <a:r>
              <a:rPr lang="en" sz="3200" i="1" dirty="0"/>
              <a:t>quiere </a:t>
            </a:r>
            <a:r>
              <a:rPr lang="en" sz="3200" dirty="0"/>
              <a:t>no está obligado a salir como las termintas que tiene una suerte de programación natural.</a:t>
            </a:r>
            <a:endParaRPr sz="2800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b="1" dirty="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Libertad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chemeClr val="tx1"/>
                </a:solidFill>
              </a:rPr>
              <a:t>Héctor se debía a su pueblo y a su familia naturalmente, pues sentía afecto y compromiso. Sin embargo pudo huir y no salir a enfrentar a Aquiles</a:t>
            </a:r>
          </a:p>
        </p:txBody>
      </p:sp>
      <p:sp>
        <p:nvSpPr>
          <p:cNvPr id="40" name="Google Shape;40;p10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>
                <a:latin typeface="Montserrat Black"/>
                <a:ea typeface="Montserrat Black"/>
                <a:cs typeface="Montserrat Black"/>
                <a:sym typeface="Montserrat Black"/>
              </a:rPr>
              <a:t>1</a:t>
            </a:r>
            <a:r>
              <a:rPr lang="es-419" sz="8000" b="0" i="0" u="none" strike="noStrike" cap="none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" name="Google Shape;41;p10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3FFCB628-3FD9-D010-D048-27AB1EC42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576" y="1020616"/>
            <a:ext cx="4067463" cy="22879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>
                <a:latin typeface="Montserrat Black"/>
                <a:ea typeface="Montserrat Black"/>
                <a:cs typeface="Montserrat Black"/>
                <a:sym typeface="Montserrat Black"/>
              </a:rPr>
              <a:t>Experiencia ética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/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tx1"/>
                </a:solidFill>
              </a:rPr>
              <a:t>¿</a:t>
            </a:r>
            <a:r>
              <a:rPr lang="en" sz="2800" dirty="0">
                <a:solidFill>
                  <a:schemeClr val="tx1"/>
                </a:solidFill>
              </a:rPr>
              <a:t>Aqué experiencia humana nos referimos cuando hablamos de ética</a:t>
            </a:r>
            <a:r>
              <a:rPr lang="en" sz="6000" dirty="0">
                <a:solidFill>
                  <a:schemeClr val="tx1"/>
                </a:solidFill>
              </a:rPr>
              <a:t>?</a:t>
            </a:r>
            <a:endParaRPr sz="2400" dirty="0">
              <a:solidFill>
                <a:schemeClr val="tx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C5AD80B3-4C9B-8A75-9A84-7A739AEC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8065537C-A123-A54A-EDB4-0D80D575E26C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DDDE8FC3-4B2F-C0E1-5013-A1B70C92C8F1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s-ES" sz="4000" dirty="0"/>
              <a:t>Cuando Aquiles arrastra el cuerpo de Héctor muerto con su carro hay una sensación de decir ¡BASTA YA! Es suficiente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s-ES" sz="4000" dirty="0"/>
              <a:t>Existen límites que no debemos sobrepasar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s-ES" sz="4000" dirty="0"/>
              <a:t>Estos límites se llegan a expresar en una suerte de código regular de la conducta</a:t>
            </a:r>
          </a:p>
        </p:txBody>
      </p:sp>
    </p:spTree>
    <p:extLst>
      <p:ext uri="{BB962C8B-B14F-4D97-AF65-F5344CB8AC3E}">
        <p14:creationId xmlns:p14="http://schemas.microsoft.com/office/powerpoint/2010/main" val="2845587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52286FB4-A6FB-06C4-CA28-8C8DB69B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6EF874BA-D094-E3C9-E77A-C9FBF2D4B9F0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1C04A388-A9CE-199A-4110-18022843C0EE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b="1" dirty="0">
                <a:solidFill>
                  <a:schemeClr val="tx1"/>
                </a:solidFill>
                <a:latin typeface="Roboto Slab"/>
                <a:ea typeface="Roboto Slab"/>
                <a:cs typeface="Roboto Slab"/>
                <a:sym typeface="Roboto Slab"/>
              </a:rPr>
              <a:t>¿Qué otro ejemplo podríamos poner para mostrar esta experiencia ética?</a:t>
            </a:r>
          </a:p>
        </p:txBody>
      </p:sp>
    </p:spTree>
    <p:extLst>
      <p:ext uri="{BB962C8B-B14F-4D97-AF65-F5344CB8AC3E}">
        <p14:creationId xmlns:p14="http://schemas.microsoft.com/office/powerpoint/2010/main" val="135783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A7098D34-A31E-4383-F30A-D3C865D73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5490D72-0AE0-1307-8896-1ED20258CF3F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2D66BA3E-62BE-44FE-ED30-E06F7018E9C6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i="0" dirty="0"/>
              <a:t>Hay límites de convivencia que nunca hemos de haber permitido pasar.</a:t>
            </a:r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i="0" dirty="0"/>
              <a:t>Rechazar el daño, ser capaz de decir, nunca más.</a:t>
            </a:r>
          </a:p>
        </p:txBody>
      </p:sp>
    </p:spTree>
    <p:extLst>
      <p:ext uri="{BB962C8B-B14F-4D97-AF65-F5344CB8AC3E}">
        <p14:creationId xmlns:p14="http://schemas.microsoft.com/office/powerpoint/2010/main" val="1844589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02F33B52-60E4-623E-586C-C9C1201FD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B54ADA0F-65E3-602D-00A5-A5D32CC7DADB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C1CBD3C6-2AE1-339F-7D27-6AE83E8857F6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4000" dirty="0"/>
              <a:t>Dos modos de ver la ética:</a:t>
            </a:r>
            <a:br>
              <a:rPr lang="es-PE" sz="4000" dirty="0"/>
            </a:br>
            <a:br>
              <a:rPr lang="es-PE" sz="4000" dirty="0"/>
            </a:br>
            <a:r>
              <a:rPr lang="es-PE" sz="4000" dirty="0"/>
              <a:t>1. Como un sistema de creencias valorativas</a:t>
            </a:r>
            <a:br>
              <a:rPr lang="es-PE" sz="4000" dirty="0"/>
            </a:br>
            <a:r>
              <a:rPr lang="es-PE" sz="4000" dirty="0"/>
              <a:t>2. La manera en cómo una persona o sociedad se comportan frente a la vida</a:t>
            </a:r>
            <a:br>
              <a:rPr lang="es-PE" sz="4000" dirty="0"/>
            </a:br>
            <a:r>
              <a:rPr lang="es-PE" sz="4000" dirty="0"/>
              <a:t>En general se refiere a la concepción de la mejor manera de vivir.</a:t>
            </a:r>
            <a:endParaRPr lang="es-ES" sz="4000" i="0" dirty="0"/>
          </a:p>
        </p:txBody>
      </p:sp>
    </p:spTree>
    <p:extLst>
      <p:ext uri="{BB962C8B-B14F-4D97-AF65-F5344CB8AC3E}">
        <p14:creationId xmlns:p14="http://schemas.microsoft.com/office/powerpoint/2010/main" val="18035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A88C3F0-B692-7DD9-B8A0-31E54581E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478583D8-0E99-2238-4A8B-589E01479C7E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B9C4DDBC-EE84-7FD1-5798-A6861245B665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PE" sz="4000" dirty="0"/>
              <a:t>Dos modos de ver la ética:</a:t>
            </a:r>
            <a:br>
              <a:rPr lang="es-PE" sz="4000" dirty="0"/>
            </a:br>
            <a:br>
              <a:rPr lang="es-PE" sz="4000" dirty="0"/>
            </a:br>
            <a:r>
              <a:rPr lang="es-PE" sz="4000" dirty="0"/>
              <a:t>1. Como un sistema de creencias valorativas</a:t>
            </a:r>
            <a:br>
              <a:rPr lang="es-PE" sz="4000" dirty="0"/>
            </a:br>
            <a:r>
              <a:rPr lang="es-PE" sz="4000" dirty="0"/>
              <a:t>2. La manera en cómo una persona o sociedad se comportan frente a la vida</a:t>
            </a:r>
            <a:br>
              <a:rPr lang="es-PE" sz="4000" dirty="0"/>
            </a:br>
            <a:r>
              <a:rPr lang="es-PE" sz="4000" dirty="0"/>
              <a:t>En general se refiere a la concepción de la mejor manera de vivir.</a:t>
            </a:r>
            <a:endParaRPr lang="es-ES" sz="4000" i="0" dirty="0"/>
          </a:p>
        </p:txBody>
      </p:sp>
    </p:spTree>
    <p:extLst>
      <p:ext uri="{BB962C8B-B14F-4D97-AF65-F5344CB8AC3E}">
        <p14:creationId xmlns:p14="http://schemas.microsoft.com/office/powerpoint/2010/main" val="1544318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D6678739-599F-D3A8-3DCC-0021FDFE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606A26EF-A851-06E3-60AA-5716251D03EE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 dirty="0" err="1">
                <a:latin typeface="Montserrat Black"/>
                <a:ea typeface="Montserrat Black"/>
                <a:cs typeface="Montserrat Black"/>
                <a:sym typeface="Montserrat Black"/>
              </a:rPr>
              <a:t>Hybris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DB73C3CD-7C11-97FD-6255-22B6D76F8B57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dirty="0"/>
              <a:t>La ética está ligada a la manera de vivir.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dirty="0"/>
              <a:t>Todas las personas tienen una concepción ética por su mismo accionar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dirty="0"/>
              <a:t>No es necesario tener una idea explícita de lo que es la ética al tener ésta una dimensión práctica</a:t>
            </a:r>
          </a:p>
        </p:txBody>
      </p:sp>
    </p:spTree>
    <p:extLst>
      <p:ext uri="{BB962C8B-B14F-4D97-AF65-F5344CB8AC3E}">
        <p14:creationId xmlns:p14="http://schemas.microsoft.com/office/powerpoint/2010/main" val="410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710B9D6-7B65-9DD4-CB44-E533EFE4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0BD79D32-530C-66AA-9845-69AC1ECF3072}"/>
              </a:ext>
            </a:extLst>
          </p:cNvPr>
          <p:cNvSpPr txBox="1"/>
          <p:nvPr/>
        </p:nvSpPr>
        <p:spPr>
          <a:xfrm>
            <a:off x="1628250" y="31314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Moral</a:t>
            </a:r>
            <a:endParaRPr sz="4000" i="1" dirty="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F0C6C5EE-C78C-2D0B-2B6D-80CE8E95A7EE}"/>
              </a:ext>
            </a:extLst>
          </p:cNvPr>
          <p:cNvSpPr txBox="1"/>
          <p:nvPr/>
        </p:nvSpPr>
        <p:spPr>
          <a:xfrm>
            <a:off x="3605850" y="4347275"/>
            <a:ext cx="11381100" cy="28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s-ES" sz="4000" dirty="0"/>
              <a:t>Vienen ambos términos de la misma raíz: </a:t>
            </a:r>
            <a:r>
              <a:rPr lang="es-ES" sz="4000" i="1" dirty="0"/>
              <a:t>ethos</a:t>
            </a:r>
            <a:r>
              <a:rPr lang="es-ES" sz="4000" dirty="0"/>
              <a:t>. 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endParaRPr lang="es-ES" sz="4000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◍"/>
            </a:pPr>
            <a:r>
              <a:rPr lang="es-ES" sz="4000" dirty="0"/>
              <a:t>Son expresiones castellanas equivalentes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s-ES" sz="4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4000" dirty="0"/>
              <a:t>En griego </a:t>
            </a:r>
            <a:r>
              <a:rPr lang="es-ES" sz="4000" i="1" dirty="0"/>
              <a:t>ethos</a:t>
            </a:r>
            <a:r>
              <a:rPr lang="es-ES" sz="4000" dirty="0"/>
              <a:t> es costumbres y </a:t>
            </a:r>
            <a:r>
              <a:rPr lang="es-ES" sz="4000" i="1" dirty="0" err="1"/>
              <a:t>nthos</a:t>
            </a:r>
            <a:r>
              <a:rPr lang="es-ES" sz="4000" dirty="0"/>
              <a:t> es carácter</a:t>
            </a:r>
          </a:p>
        </p:txBody>
      </p:sp>
    </p:spTree>
    <p:extLst>
      <p:ext uri="{BB962C8B-B14F-4D97-AF65-F5344CB8AC3E}">
        <p14:creationId xmlns:p14="http://schemas.microsoft.com/office/powerpoint/2010/main" val="116841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2685575" y="3036038"/>
            <a:ext cx="2003100" cy="152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2"/>
          <p:cNvSpPr txBox="1"/>
          <p:nvPr/>
        </p:nvSpPr>
        <p:spPr>
          <a:xfrm>
            <a:off x="1628250" y="17623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12"/>
          <p:cNvSpPr txBox="1"/>
          <p:nvPr/>
        </p:nvSpPr>
        <p:spPr>
          <a:xfrm>
            <a:off x="4905550" y="3036050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2895725" y="3470575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es-419" sz="6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2685575" y="4943363"/>
            <a:ext cx="2003100" cy="1521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/>
          <p:nvPr/>
        </p:nvSpPr>
        <p:spPr>
          <a:xfrm>
            <a:off x="4905550" y="4943375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8" name="Google Shape;58;p12"/>
          <p:cNvSpPr txBox="1"/>
          <p:nvPr/>
        </p:nvSpPr>
        <p:spPr>
          <a:xfrm>
            <a:off x="2895725" y="5377900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</a:t>
            </a:r>
            <a:r>
              <a:rPr lang="es-419" sz="6000" b="0" i="0" u="none" strike="noStrike" cap="none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2685575" y="6850688"/>
            <a:ext cx="2003100" cy="15216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2"/>
          <p:cNvSpPr txBox="1"/>
          <p:nvPr/>
        </p:nvSpPr>
        <p:spPr>
          <a:xfrm>
            <a:off x="4905550" y="6850700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2895725" y="7285225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r>
              <a:rPr lang="es-419" sz="6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9533150" y="3036038"/>
            <a:ext cx="2003100" cy="152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2"/>
          <p:cNvSpPr txBox="1"/>
          <p:nvPr/>
        </p:nvSpPr>
        <p:spPr>
          <a:xfrm>
            <a:off x="11753125" y="3036050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" name="Google Shape;64;p12"/>
          <p:cNvSpPr txBox="1"/>
          <p:nvPr/>
        </p:nvSpPr>
        <p:spPr>
          <a:xfrm>
            <a:off x="9743300" y="3470575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es-419" sz="6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9533150" y="4943363"/>
            <a:ext cx="2003100" cy="15216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11753125" y="4943375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9743300" y="5377900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latin typeface="Montserrat Black"/>
                <a:ea typeface="Montserrat Black"/>
                <a:cs typeface="Montserrat Black"/>
                <a:sym typeface="Montserrat Black"/>
              </a:rPr>
              <a:t>B</a:t>
            </a:r>
            <a:r>
              <a:rPr lang="es-419" sz="6000" b="0" i="0" u="none" strike="noStrike" cap="none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2"/>
          <p:cNvSpPr/>
          <p:nvPr/>
        </p:nvSpPr>
        <p:spPr>
          <a:xfrm>
            <a:off x="9533150" y="6850688"/>
            <a:ext cx="2003100" cy="152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2"/>
          <p:cNvSpPr txBox="1"/>
          <p:nvPr/>
        </p:nvSpPr>
        <p:spPr>
          <a:xfrm>
            <a:off x="11753125" y="6850700"/>
            <a:ext cx="3849300" cy="1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2"/>
          <p:cNvSpPr txBox="1"/>
          <p:nvPr/>
        </p:nvSpPr>
        <p:spPr>
          <a:xfrm>
            <a:off x="9743300" y="7285225"/>
            <a:ext cx="1582800" cy="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60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r>
              <a:rPr lang="es-419" sz="6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6000" b="0" i="1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 rotWithShape="1">
          <a:blip r:embed="rId3">
            <a:alphaModFix/>
          </a:blip>
          <a:srcRect l="20475" r="11566"/>
          <a:stretch/>
        </p:blipFill>
        <p:spPr>
          <a:xfrm>
            <a:off x="1861462" y="2467138"/>
            <a:ext cx="4633452" cy="592906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1861463" y="8494950"/>
            <a:ext cx="4633500" cy="3633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Insertar texto aquí</a:t>
            </a:r>
            <a:endParaRPr sz="1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827256" y="8494950"/>
            <a:ext cx="4633500" cy="363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Insertar texto aquí</a:t>
            </a:r>
            <a:endParaRPr sz="1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11793050" y="8494950"/>
            <a:ext cx="4633500" cy="3633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Insertar texto aquí</a:t>
            </a:r>
            <a:endParaRPr sz="1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628250" y="142876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 l="20475" r="11566"/>
          <a:stretch/>
        </p:blipFill>
        <p:spPr>
          <a:xfrm>
            <a:off x="6827238" y="2467138"/>
            <a:ext cx="4633452" cy="5929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3">
            <a:alphaModFix/>
          </a:blip>
          <a:srcRect l="20475" r="11566"/>
          <a:stretch/>
        </p:blipFill>
        <p:spPr>
          <a:xfrm>
            <a:off x="11793013" y="2467138"/>
            <a:ext cx="4633452" cy="592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1861502" y="8494950"/>
            <a:ext cx="14565000" cy="36330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Insertar texto aquí</a:t>
            </a:r>
            <a:endParaRPr sz="150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1628250" y="142876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t="31832" b="7090"/>
          <a:stretch/>
        </p:blipFill>
        <p:spPr>
          <a:xfrm>
            <a:off x="1843225" y="2467150"/>
            <a:ext cx="14565002" cy="5929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título</a:t>
            </a:r>
            <a:endParaRPr sz="40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 sección aquí</a:t>
            </a:r>
            <a:endParaRPr sz="4000" b="0" i="1" u="none" strike="noStrike" cap="none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>
                <a:latin typeface="Montserrat Black"/>
                <a:ea typeface="Montserrat Black"/>
                <a:cs typeface="Montserrat Black"/>
                <a:sym typeface="Montserrat Black"/>
              </a:rPr>
              <a:t>2</a:t>
            </a:r>
            <a:r>
              <a:rPr lang="es-419" sz="8000" b="0" i="0" u="none" strike="noStrike" cap="none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16"/>
          <p:cNvGraphicFramePr/>
          <p:nvPr/>
        </p:nvGraphicFramePr>
        <p:xfrm>
          <a:off x="2564025" y="305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{3F7F35A4-4400-4069-BC7C-99DAD7CCA843}</a:tableStyleId>
              </a:tblPr>
              <a:tblGrid>
                <a:gridCol w="219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8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BFFF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B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Google Shape;101;p16"/>
          <p:cNvSpPr txBox="1"/>
          <p:nvPr/>
        </p:nvSpPr>
        <p:spPr>
          <a:xfrm>
            <a:off x="1628250" y="20240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2564025" y="597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{3F7F35A4-4400-4069-BC7C-99DAD7CCA843}</a:tableStyleId>
              </a:tblPr>
              <a:tblGrid>
                <a:gridCol w="219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3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8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>
                          <a:solidFill>
                            <a:srgbClr val="FFFFFF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Texto aquí</a:t>
                      </a:r>
                      <a:endParaRPr sz="1500">
                        <a:solidFill>
                          <a:srgbClr val="FFFFFF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36000" marR="36000" marT="36000" marB="36000" anchor="ctr">
                    <a:lnL w="19050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7917386" y="3131850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Lorem Ipsum</a:t>
            </a:r>
            <a:endParaRPr sz="15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0740780" y="456675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093992" y="456675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745933" y="6001662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6442051" y="6001662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9392732" y="6001662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12088850" y="6001662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4" name="Google Shape;114;p17"/>
          <p:cNvCxnSpPr>
            <a:stCxn id="107" idx="2"/>
            <a:endCxn id="108" idx="0"/>
          </p:cNvCxnSpPr>
          <p:nvPr/>
        </p:nvCxnSpPr>
        <p:spPr>
          <a:xfrm rot="-5400000" flipH="1">
            <a:off x="10191086" y="2790600"/>
            <a:ext cx="729000" cy="2823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7"/>
          <p:cNvCxnSpPr>
            <a:stCxn id="109" idx="0"/>
            <a:endCxn id="107" idx="2"/>
          </p:cNvCxnSpPr>
          <p:nvPr/>
        </p:nvCxnSpPr>
        <p:spPr>
          <a:xfrm rot="-5400000">
            <a:off x="7367692" y="2790606"/>
            <a:ext cx="729000" cy="28233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17"/>
          <p:cNvCxnSpPr>
            <a:stCxn id="109" idx="2"/>
            <a:endCxn id="111" idx="0"/>
          </p:cNvCxnSpPr>
          <p:nvPr/>
        </p:nvCxnSpPr>
        <p:spPr>
          <a:xfrm rot="-5400000" flipH="1">
            <a:off x="6630142" y="4963056"/>
            <a:ext cx="729000" cy="1348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7"/>
          <p:cNvCxnSpPr>
            <a:stCxn id="110" idx="0"/>
            <a:endCxn id="109" idx="2"/>
          </p:cNvCxnSpPr>
          <p:nvPr/>
        </p:nvCxnSpPr>
        <p:spPr>
          <a:xfrm rot="-5400000">
            <a:off x="5282083" y="4963062"/>
            <a:ext cx="729000" cy="1348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17"/>
          <p:cNvCxnSpPr>
            <a:stCxn id="108" idx="2"/>
            <a:endCxn id="113" idx="0"/>
          </p:cNvCxnSpPr>
          <p:nvPr/>
        </p:nvCxnSpPr>
        <p:spPr>
          <a:xfrm rot="-5400000" flipH="1">
            <a:off x="12276930" y="4963056"/>
            <a:ext cx="729000" cy="1348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7"/>
          <p:cNvCxnSpPr>
            <a:stCxn id="112" idx="0"/>
            <a:endCxn id="108" idx="2"/>
          </p:cNvCxnSpPr>
          <p:nvPr/>
        </p:nvCxnSpPr>
        <p:spPr>
          <a:xfrm rot="-5400000">
            <a:off x="10928732" y="4963212"/>
            <a:ext cx="729000" cy="1347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17"/>
          <p:cNvSpPr/>
          <p:nvPr/>
        </p:nvSpPr>
        <p:spPr>
          <a:xfrm>
            <a:off x="2525199" y="743656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221317" y="743656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7917457" y="743656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10613575" y="743656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13309703" y="7436566"/>
            <a:ext cx="2453100" cy="7059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25" name="Google Shape;125;p17"/>
          <p:cNvCxnSpPr>
            <a:stCxn id="120" idx="0"/>
            <a:endCxn id="110" idx="2"/>
          </p:cNvCxnSpPr>
          <p:nvPr/>
        </p:nvCxnSpPr>
        <p:spPr>
          <a:xfrm rot="-5400000">
            <a:off x="3997599" y="6461716"/>
            <a:ext cx="729000" cy="1220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6" name="Google Shape;126;p17"/>
          <p:cNvCxnSpPr>
            <a:stCxn id="121" idx="0"/>
            <a:endCxn id="110" idx="2"/>
          </p:cNvCxnSpPr>
          <p:nvPr/>
        </p:nvCxnSpPr>
        <p:spPr>
          <a:xfrm rot="5400000" flipH="1">
            <a:off x="5345667" y="6334366"/>
            <a:ext cx="729000" cy="14754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7" name="Google Shape;127;p17"/>
          <p:cNvCxnSpPr>
            <a:stCxn id="122" idx="0"/>
            <a:endCxn id="112" idx="2"/>
          </p:cNvCxnSpPr>
          <p:nvPr/>
        </p:nvCxnSpPr>
        <p:spPr>
          <a:xfrm rot="-5400000">
            <a:off x="9517207" y="6334366"/>
            <a:ext cx="729000" cy="14754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17"/>
          <p:cNvCxnSpPr>
            <a:stCxn id="123" idx="0"/>
            <a:endCxn id="112" idx="2"/>
          </p:cNvCxnSpPr>
          <p:nvPr/>
        </p:nvCxnSpPr>
        <p:spPr>
          <a:xfrm rot="5400000" flipH="1">
            <a:off x="10865275" y="6461716"/>
            <a:ext cx="729000" cy="1220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7"/>
          <p:cNvCxnSpPr>
            <a:stCxn id="124" idx="0"/>
            <a:endCxn id="113" idx="2"/>
          </p:cNvCxnSpPr>
          <p:nvPr/>
        </p:nvCxnSpPr>
        <p:spPr>
          <a:xfrm rot="5400000" flipH="1">
            <a:off x="13561253" y="6461566"/>
            <a:ext cx="729000" cy="12210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17"/>
          <p:cNvSpPr txBox="1"/>
          <p:nvPr/>
        </p:nvSpPr>
        <p:spPr>
          <a:xfrm>
            <a:off x="1628250" y="199213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/>
        </p:nvSpPr>
        <p:spPr>
          <a:xfrm>
            <a:off x="1698763" y="4285976"/>
            <a:ext cx="28026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1589863" y="3532525"/>
            <a:ext cx="3020400" cy="639000"/>
          </a:xfrm>
          <a:prstGeom prst="chevron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Lorem 2</a:t>
            </a:r>
            <a:endParaRPr sz="15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720738" y="4285976"/>
            <a:ext cx="28026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4611838" y="3532525"/>
            <a:ext cx="3020400" cy="639000"/>
          </a:xfrm>
          <a:prstGeom prst="chevron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Black"/>
                <a:ea typeface="Montserrat Black"/>
                <a:cs typeface="Montserrat Black"/>
                <a:sym typeface="Montserrat Black"/>
              </a:rPr>
              <a:t>Lorem 2</a:t>
            </a:r>
            <a:endParaRPr sz="15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755038" y="4285976"/>
            <a:ext cx="28026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646138" y="3532525"/>
            <a:ext cx="3020400" cy="639000"/>
          </a:xfrm>
          <a:prstGeom prst="chevron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Lorem 2</a:t>
            </a:r>
            <a:endParaRPr sz="15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0777013" y="4285976"/>
            <a:ext cx="28026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10668113" y="3532525"/>
            <a:ext cx="3020400" cy="639000"/>
          </a:xfrm>
          <a:prstGeom prst="chevron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 Black"/>
                <a:ea typeface="Montserrat Black"/>
                <a:cs typeface="Montserrat Black"/>
                <a:sym typeface="Montserrat Black"/>
              </a:rPr>
              <a:t>Lorem 2</a:t>
            </a:r>
            <a:endParaRPr sz="15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3786638" y="4285976"/>
            <a:ext cx="2802600" cy="3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5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3677738" y="3532525"/>
            <a:ext cx="3020400" cy="639000"/>
          </a:xfrm>
          <a:prstGeom prst="chevron">
            <a:avLst>
              <a:gd name="adj" fmla="val 500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Lorem 2</a:t>
            </a:r>
            <a:endParaRPr sz="1500">
              <a:solidFill>
                <a:srgbClr val="FFF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1628263" y="228133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/>
          <p:nvPr/>
        </p:nvSpPr>
        <p:spPr>
          <a:xfrm>
            <a:off x="1634450" y="5644025"/>
            <a:ext cx="84510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título</a:t>
            </a:r>
            <a:endParaRPr sz="40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 sección aquí</a:t>
            </a:r>
            <a:endParaRPr sz="4000" b="0" i="1" u="none" strike="noStrike" cap="none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1536227" y="3625375"/>
            <a:ext cx="1332600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s-419" sz="8000">
                <a:latin typeface="Montserrat Black"/>
                <a:ea typeface="Montserrat Black"/>
                <a:cs typeface="Montserrat Black"/>
                <a:sym typeface="Montserrat Black"/>
              </a:rPr>
              <a:t>3</a:t>
            </a:r>
            <a:r>
              <a:rPr lang="es-419" sz="8000" b="0" i="0" u="none" strike="noStrike" cap="none">
                <a:latin typeface="Montserrat Black"/>
                <a:ea typeface="Montserrat Black"/>
                <a:cs typeface="Montserrat Black"/>
                <a:sym typeface="Montserrat Black"/>
              </a:rPr>
              <a:t>.</a:t>
            </a:r>
            <a:endParaRPr sz="8000" b="0" i="1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2" name="Google Shape;152;p19"/>
          <p:cNvCxnSpPr/>
          <p:nvPr/>
        </p:nvCxnSpPr>
        <p:spPr>
          <a:xfrm rot="10800000">
            <a:off x="1628770" y="4652125"/>
            <a:ext cx="11475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0"/>
          <p:cNvGrpSpPr/>
          <p:nvPr/>
        </p:nvGrpSpPr>
        <p:grpSpPr>
          <a:xfrm>
            <a:off x="8403911" y="5081588"/>
            <a:ext cx="1547492" cy="1135329"/>
            <a:chOff x="5331913" y="3413947"/>
            <a:chExt cx="347143" cy="254684"/>
          </a:xfrm>
        </p:grpSpPr>
        <p:sp>
          <p:nvSpPr>
            <p:cNvPr id="158" name="Google Shape;158;p20"/>
            <p:cNvSpPr/>
            <p:nvPr/>
          </p:nvSpPr>
          <p:spPr>
            <a:xfrm>
              <a:off x="5597163" y="3523083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cubicBezTo>
                    <a:pt x="346" y="322"/>
                    <a:pt x="870" y="357"/>
                    <a:pt x="1120" y="476"/>
                  </a:cubicBezTo>
                  <a:cubicBezTo>
                    <a:pt x="1155" y="488"/>
                    <a:pt x="1167" y="488"/>
                    <a:pt x="1191" y="488"/>
                  </a:cubicBezTo>
                  <a:cubicBezTo>
                    <a:pt x="1251" y="488"/>
                    <a:pt x="1310" y="464"/>
                    <a:pt x="1346" y="405"/>
                  </a:cubicBezTo>
                  <a:cubicBezTo>
                    <a:pt x="1358" y="322"/>
                    <a:pt x="1334" y="226"/>
                    <a:pt x="1251" y="191"/>
                  </a:cubicBezTo>
                  <a:cubicBezTo>
                    <a:pt x="882" y="12"/>
                    <a:pt x="203" y="0"/>
                    <a:pt x="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5331913" y="3413947"/>
              <a:ext cx="347143" cy="253538"/>
            </a:xfrm>
            <a:custGeom>
              <a:avLst/>
              <a:gdLst/>
              <a:ahLst/>
              <a:cxnLst/>
              <a:rect l="l" t="t" r="r" b="b"/>
              <a:pathLst>
                <a:path w="10907" h="7966" extrusionOk="0">
                  <a:moveTo>
                    <a:pt x="7168" y="357"/>
                  </a:moveTo>
                  <a:lnTo>
                    <a:pt x="7168" y="1893"/>
                  </a:lnTo>
                  <a:cubicBezTo>
                    <a:pt x="7168" y="2131"/>
                    <a:pt x="7120" y="2357"/>
                    <a:pt x="7013" y="2560"/>
                  </a:cubicBezTo>
                  <a:cubicBezTo>
                    <a:pt x="7001" y="2584"/>
                    <a:pt x="7001" y="2608"/>
                    <a:pt x="7001" y="2643"/>
                  </a:cubicBezTo>
                  <a:lnTo>
                    <a:pt x="7001" y="3084"/>
                  </a:lnTo>
                  <a:cubicBezTo>
                    <a:pt x="7001" y="3512"/>
                    <a:pt x="6822" y="3917"/>
                    <a:pt x="6513" y="4203"/>
                  </a:cubicBezTo>
                  <a:cubicBezTo>
                    <a:pt x="6465" y="4227"/>
                    <a:pt x="6429" y="4274"/>
                    <a:pt x="6394" y="4310"/>
                  </a:cubicBezTo>
                  <a:cubicBezTo>
                    <a:pt x="6111" y="4514"/>
                    <a:pt x="5775" y="4621"/>
                    <a:pt x="5415" y="4621"/>
                  </a:cubicBezTo>
                  <a:cubicBezTo>
                    <a:pt x="5396" y="4621"/>
                    <a:pt x="5377" y="4620"/>
                    <a:pt x="5358" y="4620"/>
                  </a:cubicBezTo>
                  <a:cubicBezTo>
                    <a:pt x="4536" y="4560"/>
                    <a:pt x="3917" y="3858"/>
                    <a:pt x="3917" y="3024"/>
                  </a:cubicBezTo>
                  <a:lnTo>
                    <a:pt x="3917" y="2643"/>
                  </a:lnTo>
                  <a:cubicBezTo>
                    <a:pt x="3917" y="2608"/>
                    <a:pt x="3917" y="2596"/>
                    <a:pt x="3905" y="2560"/>
                  </a:cubicBezTo>
                  <a:cubicBezTo>
                    <a:pt x="3798" y="2357"/>
                    <a:pt x="3751" y="2131"/>
                    <a:pt x="3751" y="1893"/>
                  </a:cubicBezTo>
                  <a:lnTo>
                    <a:pt x="3751" y="1548"/>
                  </a:lnTo>
                  <a:cubicBezTo>
                    <a:pt x="3751" y="893"/>
                    <a:pt x="4286" y="357"/>
                    <a:pt x="4941" y="357"/>
                  </a:cubicBezTo>
                  <a:close/>
                  <a:moveTo>
                    <a:pt x="10013" y="2905"/>
                  </a:moveTo>
                  <a:lnTo>
                    <a:pt x="10013" y="3560"/>
                  </a:lnTo>
                  <a:cubicBezTo>
                    <a:pt x="10013" y="3667"/>
                    <a:pt x="9989" y="3774"/>
                    <a:pt x="9942" y="3870"/>
                  </a:cubicBezTo>
                  <a:lnTo>
                    <a:pt x="9870" y="4036"/>
                  </a:lnTo>
                  <a:cubicBezTo>
                    <a:pt x="9858" y="4048"/>
                    <a:pt x="9858" y="4084"/>
                    <a:pt x="9858" y="4108"/>
                  </a:cubicBezTo>
                  <a:lnTo>
                    <a:pt x="9858" y="4453"/>
                  </a:lnTo>
                  <a:cubicBezTo>
                    <a:pt x="9870" y="4679"/>
                    <a:pt x="9763" y="4882"/>
                    <a:pt x="9597" y="5048"/>
                  </a:cubicBezTo>
                  <a:cubicBezTo>
                    <a:pt x="9451" y="5205"/>
                    <a:pt x="9244" y="5288"/>
                    <a:pt x="9022" y="5288"/>
                  </a:cubicBezTo>
                  <a:cubicBezTo>
                    <a:pt x="9007" y="5288"/>
                    <a:pt x="8992" y="5287"/>
                    <a:pt x="8977" y="5286"/>
                  </a:cubicBezTo>
                  <a:cubicBezTo>
                    <a:pt x="8513" y="5275"/>
                    <a:pt x="8144" y="4870"/>
                    <a:pt x="8144" y="4382"/>
                  </a:cubicBezTo>
                  <a:lnTo>
                    <a:pt x="8144" y="4084"/>
                  </a:lnTo>
                  <a:cubicBezTo>
                    <a:pt x="8144" y="4048"/>
                    <a:pt x="8144" y="4036"/>
                    <a:pt x="8132" y="4012"/>
                  </a:cubicBezTo>
                  <a:lnTo>
                    <a:pt x="8025" y="3810"/>
                  </a:lnTo>
                  <a:cubicBezTo>
                    <a:pt x="8002" y="3741"/>
                    <a:pt x="7968" y="3672"/>
                    <a:pt x="7966" y="3582"/>
                  </a:cubicBezTo>
                  <a:lnTo>
                    <a:pt x="7966" y="3582"/>
                  </a:lnTo>
                  <a:cubicBezTo>
                    <a:pt x="7973" y="3196"/>
                    <a:pt x="8279" y="2905"/>
                    <a:pt x="8644" y="2905"/>
                  </a:cubicBezTo>
                  <a:close/>
                  <a:moveTo>
                    <a:pt x="1727" y="2893"/>
                  </a:moveTo>
                  <a:cubicBezTo>
                    <a:pt x="2000" y="2893"/>
                    <a:pt x="2250" y="3000"/>
                    <a:pt x="2441" y="3191"/>
                  </a:cubicBezTo>
                  <a:cubicBezTo>
                    <a:pt x="2643" y="3381"/>
                    <a:pt x="2739" y="3655"/>
                    <a:pt x="2774" y="3929"/>
                  </a:cubicBezTo>
                  <a:cubicBezTo>
                    <a:pt x="2774" y="4024"/>
                    <a:pt x="2786" y="4132"/>
                    <a:pt x="2786" y="4227"/>
                  </a:cubicBezTo>
                  <a:lnTo>
                    <a:pt x="2786" y="4262"/>
                  </a:lnTo>
                  <a:cubicBezTo>
                    <a:pt x="2608" y="3989"/>
                    <a:pt x="2358" y="3798"/>
                    <a:pt x="2000" y="3691"/>
                  </a:cubicBezTo>
                  <a:cubicBezTo>
                    <a:pt x="1753" y="3615"/>
                    <a:pt x="1520" y="3607"/>
                    <a:pt x="1431" y="3607"/>
                  </a:cubicBezTo>
                  <a:cubicBezTo>
                    <a:pt x="1409" y="3607"/>
                    <a:pt x="1396" y="3608"/>
                    <a:pt x="1393" y="3608"/>
                  </a:cubicBezTo>
                  <a:cubicBezTo>
                    <a:pt x="1346" y="3608"/>
                    <a:pt x="1310" y="3620"/>
                    <a:pt x="1286" y="3655"/>
                  </a:cubicBezTo>
                  <a:lnTo>
                    <a:pt x="1000" y="3953"/>
                  </a:lnTo>
                  <a:cubicBezTo>
                    <a:pt x="941" y="4012"/>
                    <a:pt x="941" y="4108"/>
                    <a:pt x="1000" y="4167"/>
                  </a:cubicBezTo>
                  <a:cubicBezTo>
                    <a:pt x="1030" y="4197"/>
                    <a:pt x="1072" y="4212"/>
                    <a:pt x="1113" y="4212"/>
                  </a:cubicBezTo>
                  <a:cubicBezTo>
                    <a:pt x="1155" y="4212"/>
                    <a:pt x="1197" y="4197"/>
                    <a:pt x="1226" y="4167"/>
                  </a:cubicBezTo>
                  <a:lnTo>
                    <a:pt x="1465" y="3917"/>
                  </a:lnTo>
                  <a:cubicBezTo>
                    <a:pt x="1667" y="3929"/>
                    <a:pt x="2322" y="4012"/>
                    <a:pt x="2572" y="4572"/>
                  </a:cubicBezTo>
                  <a:cubicBezTo>
                    <a:pt x="2500" y="4989"/>
                    <a:pt x="2143" y="5298"/>
                    <a:pt x="1727" y="5298"/>
                  </a:cubicBezTo>
                  <a:cubicBezTo>
                    <a:pt x="1250" y="5298"/>
                    <a:pt x="869" y="4917"/>
                    <a:pt x="869" y="4441"/>
                  </a:cubicBezTo>
                  <a:cubicBezTo>
                    <a:pt x="869" y="4346"/>
                    <a:pt x="798" y="4274"/>
                    <a:pt x="703" y="4274"/>
                  </a:cubicBezTo>
                  <a:lnTo>
                    <a:pt x="679" y="4274"/>
                  </a:lnTo>
                  <a:lnTo>
                    <a:pt x="679" y="4227"/>
                  </a:lnTo>
                  <a:cubicBezTo>
                    <a:pt x="679" y="4132"/>
                    <a:pt x="679" y="4024"/>
                    <a:pt x="691" y="3929"/>
                  </a:cubicBezTo>
                  <a:cubicBezTo>
                    <a:pt x="703" y="3655"/>
                    <a:pt x="822" y="3381"/>
                    <a:pt x="1012" y="3191"/>
                  </a:cubicBezTo>
                  <a:cubicBezTo>
                    <a:pt x="1215" y="3000"/>
                    <a:pt x="1465" y="2893"/>
                    <a:pt x="1727" y="2893"/>
                  </a:cubicBezTo>
                  <a:close/>
                  <a:moveTo>
                    <a:pt x="643" y="4882"/>
                  </a:moveTo>
                  <a:cubicBezTo>
                    <a:pt x="726" y="5096"/>
                    <a:pt x="881" y="5275"/>
                    <a:pt x="1060" y="5405"/>
                  </a:cubicBezTo>
                  <a:lnTo>
                    <a:pt x="1060" y="5596"/>
                  </a:lnTo>
                  <a:cubicBezTo>
                    <a:pt x="762" y="5501"/>
                    <a:pt x="619" y="5346"/>
                    <a:pt x="560" y="5275"/>
                  </a:cubicBezTo>
                  <a:cubicBezTo>
                    <a:pt x="595" y="5155"/>
                    <a:pt x="631" y="5036"/>
                    <a:pt x="643" y="4882"/>
                  </a:cubicBezTo>
                  <a:close/>
                  <a:moveTo>
                    <a:pt x="2798" y="4882"/>
                  </a:moveTo>
                  <a:cubicBezTo>
                    <a:pt x="2810" y="5024"/>
                    <a:pt x="2846" y="5155"/>
                    <a:pt x="2893" y="5263"/>
                  </a:cubicBezTo>
                  <a:cubicBezTo>
                    <a:pt x="2834" y="5346"/>
                    <a:pt x="2679" y="5477"/>
                    <a:pt x="2381" y="5596"/>
                  </a:cubicBezTo>
                  <a:lnTo>
                    <a:pt x="2381" y="5405"/>
                  </a:lnTo>
                  <a:cubicBezTo>
                    <a:pt x="2560" y="5275"/>
                    <a:pt x="2715" y="5096"/>
                    <a:pt x="2798" y="4882"/>
                  </a:cubicBezTo>
                  <a:close/>
                  <a:moveTo>
                    <a:pt x="6299" y="4727"/>
                  </a:moveTo>
                  <a:lnTo>
                    <a:pt x="6299" y="5001"/>
                  </a:lnTo>
                  <a:lnTo>
                    <a:pt x="5453" y="5596"/>
                  </a:lnTo>
                  <a:lnTo>
                    <a:pt x="4584" y="5024"/>
                  </a:lnTo>
                  <a:lnTo>
                    <a:pt x="4584" y="4727"/>
                  </a:lnTo>
                  <a:cubicBezTo>
                    <a:pt x="4810" y="4846"/>
                    <a:pt x="5060" y="4917"/>
                    <a:pt x="5322" y="4929"/>
                  </a:cubicBezTo>
                  <a:lnTo>
                    <a:pt x="5441" y="4929"/>
                  </a:lnTo>
                  <a:cubicBezTo>
                    <a:pt x="5739" y="4929"/>
                    <a:pt x="6037" y="4858"/>
                    <a:pt x="6299" y="4727"/>
                  </a:cubicBezTo>
                  <a:close/>
                  <a:moveTo>
                    <a:pt x="9347" y="5572"/>
                  </a:moveTo>
                  <a:lnTo>
                    <a:pt x="9347" y="5632"/>
                  </a:lnTo>
                  <a:cubicBezTo>
                    <a:pt x="9347" y="5656"/>
                    <a:pt x="9347" y="5691"/>
                    <a:pt x="9358" y="5715"/>
                  </a:cubicBezTo>
                  <a:lnTo>
                    <a:pt x="9001" y="6072"/>
                  </a:lnTo>
                  <a:lnTo>
                    <a:pt x="8644" y="5715"/>
                  </a:lnTo>
                  <a:cubicBezTo>
                    <a:pt x="8644" y="5691"/>
                    <a:pt x="8668" y="5656"/>
                    <a:pt x="8668" y="5632"/>
                  </a:cubicBezTo>
                  <a:lnTo>
                    <a:pt x="8668" y="5572"/>
                  </a:lnTo>
                  <a:cubicBezTo>
                    <a:pt x="8763" y="5596"/>
                    <a:pt x="8870" y="5632"/>
                    <a:pt x="8977" y="5632"/>
                  </a:cubicBezTo>
                  <a:lnTo>
                    <a:pt x="9001" y="5632"/>
                  </a:lnTo>
                  <a:cubicBezTo>
                    <a:pt x="9120" y="5632"/>
                    <a:pt x="9239" y="5620"/>
                    <a:pt x="9347" y="5572"/>
                  </a:cubicBezTo>
                  <a:close/>
                  <a:moveTo>
                    <a:pt x="2108" y="5572"/>
                  </a:moveTo>
                  <a:lnTo>
                    <a:pt x="2108" y="5739"/>
                  </a:lnTo>
                  <a:cubicBezTo>
                    <a:pt x="2108" y="5798"/>
                    <a:pt x="2119" y="5834"/>
                    <a:pt x="2143" y="5882"/>
                  </a:cubicBezTo>
                  <a:lnTo>
                    <a:pt x="1965" y="6013"/>
                  </a:lnTo>
                  <a:cubicBezTo>
                    <a:pt x="1899" y="6084"/>
                    <a:pt x="1816" y="6120"/>
                    <a:pt x="1731" y="6120"/>
                  </a:cubicBezTo>
                  <a:cubicBezTo>
                    <a:pt x="1646" y="6120"/>
                    <a:pt x="1560" y="6084"/>
                    <a:pt x="1488" y="6013"/>
                  </a:cubicBezTo>
                  <a:lnTo>
                    <a:pt x="1346" y="5882"/>
                  </a:lnTo>
                  <a:cubicBezTo>
                    <a:pt x="1369" y="5834"/>
                    <a:pt x="1381" y="5775"/>
                    <a:pt x="1381" y="5739"/>
                  </a:cubicBezTo>
                  <a:lnTo>
                    <a:pt x="1381" y="5572"/>
                  </a:lnTo>
                  <a:cubicBezTo>
                    <a:pt x="1488" y="5596"/>
                    <a:pt x="1607" y="5632"/>
                    <a:pt x="1750" y="5632"/>
                  </a:cubicBezTo>
                  <a:cubicBezTo>
                    <a:pt x="1857" y="5632"/>
                    <a:pt x="1977" y="5608"/>
                    <a:pt x="2108" y="5572"/>
                  </a:cubicBezTo>
                  <a:close/>
                  <a:moveTo>
                    <a:pt x="4465" y="5298"/>
                  </a:moveTo>
                  <a:lnTo>
                    <a:pt x="5215" y="5810"/>
                  </a:lnTo>
                  <a:lnTo>
                    <a:pt x="4810" y="6215"/>
                  </a:lnTo>
                  <a:lnTo>
                    <a:pt x="4798" y="6215"/>
                  </a:lnTo>
                  <a:lnTo>
                    <a:pt x="4310" y="5465"/>
                  </a:lnTo>
                  <a:lnTo>
                    <a:pt x="4465" y="5298"/>
                  </a:lnTo>
                  <a:close/>
                  <a:moveTo>
                    <a:pt x="6429" y="5298"/>
                  </a:moveTo>
                  <a:lnTo>
                    <a:pt x="6596" y="5465"/>
                  </a:lnTo>
                  <a:lnTo>
                    <a:pt x="6108" y="6215"/>
                  </a:lnTo>
                  <a:lnTo>
                    <a:pt x="6096" y="6215"/>
                  </a:lnTo>
                  <a:lnTo>
                    <a:pt x="5691" y="5810"/>
                  </a:lnTo>
                  <a:lnTo>
                    <a:pt x="6429" y="5298"/>
                  </a:lnTo>
                  <a:close/>
                  <a:moveTo>
                    <a:pt x="4905" y="0"/>
                  </a:moveTo>
                  <a:cubicBezTo>
                    <a:pt x="4072" y="0"/>
                    <a:pt x="3381" y="691"/>
                    <a:pt x="3381" y="1524"/>
                  </a:cubicBezTo>
                  <a:lnTo>
                    <a:pt x="3381" y="1869"/>
                  </a:lnTo>
                  <a:cubicBezTo>
                    <a:pt x="3381" y="2131"/>
                    <a:pt x="3441" y="2381"/>
                    <a:pt x="3548" y="2643"/>
                  </a:cubicBezTo>
                  <a:lnTo>
                    <a:pt x="3548" y="3000"/>
                  </a:lnTo>
                  <a:cubicBezTo>
                    <a:pt x="3548" y="3596"/>
                    <a:pt x="3810" y="4132"/>
                    <a:pt x="4227" y="4465"/>
                  </a:cubicBezTo>
                  <a:lnTo>
                    <a:pt x="4227" y="5001"/>
                  </a:lnTo>
                  <a:lnTo>
                    <a:pt x="3929" y="5322"/>
                  </a:lnTo>
                  <a:cubicBezTo>
                    <a:pt x="3905" y="5346"/>
                    <a:pt x="3893" y="5394"/>
                    <a:pt x="3893" y="5441"/>
                  </a:cubicBezTo>
                  <a:lnTo>
                    <a:pt x="2905" y="5798"/>
                  </a:lnTo>
                  <a:cubicBezTo>
                    <a:pt x="2834" y="5822"/>
                    <a:pt x="2774" y="5858"/>
                    <a:pt x="2715" y="5894"/>
                  </a:cubicBezTo>
                  <a:lnTo>
                    <a:pt x="2560" y="5822"/>
                  </a:lnTo>
                  <a:cubicBezTo>
                    <a:pt x="3024" y="5632"/>
                    <a:pt x="3155" y="5346"/>
                    <a:pt x="3179" y="5334"/>
                  </a:cubicBezTo>
                  <a:cubicBezTo>
                    <a:pt x="3203" y="5286"/>
                    <a:pt x="3203" y="5227"/>
                    <a:pt x="3179" y="5179"/>
                  </a:cubicBezTo>
                  <a:cubicBezTo>
                    <a:pt x="3060" y="4965"/>
                    <a:pt x="3036" y="4524"/>
                    <a:pt x="3036" y="4203"/>
                  </a:cubicBezTo>
                  <a:cubicBezTo>
                    <a:pt x="3036" y="4084"/>
                    <a:pt x="3036" y="3977"/>
                    <a:pt x="3024" y="3893"/>
                  </a:cubicBezTo>
                  <a:cubicBezTo>
                    <a:pt x="2965" y="3131"/>
                    <a:pt x="2405" y="2548"/>
                    <a:pt x="1691" y="2548"/>
                  </a:cubicBezTo>
                  <a:cubicBezTo>
                    <a:pt x="976" y="2548"/>
                    <a:pt x="393" y="3131"/>
                    <a:pt x="345" y="3893"/>
                  </a:cubicBezTo>
                  <a:cubicBezTo>
                    <a:pt x="345" y="3977"/>
                    <a:pt x="333" y="4084"/>
                    <a:pt x="333" y="4203"/>
                  </a:cubicBezTo>
                  <a:cubicBezTo>
                    <a:pt x="322" y="4548"/>
                    <a:pt x="298" y="4965"/>
                    <a:pt x="203" y="5179"/>
                  </a:cubicBezTo>
                  <a:cubicBezTo>
                    <a:pt x="167" y="5227"/>
                    <a:pt x="167" y="5286"/>
                    <a:pt x="203" y="5334"/>
                  </a:cubicBezTo>
                  <a:cubicBezTo>
                    <a:pt x="203" y="5346"/>
                    <a:pt x="345" y="5632"/>
                    <a:pt x="810" y="5822"/>
                  </a:cubicBezTo>
                  <a:lnTo>
                    <a:pt x="369" y="6037"/>
                  </a:lnTo>
                  <a:cubicBezTo>
                    <a:pt x="155" y="6156"/>
                    <a:pt x="0" y="6370"/>
                    <a:pt x="0" y="6632"/>
                  </a:cubicBezTo>
                  <a:lnTo>
                    <a:pt x="0" y="7799"/>
                  </a:lnTo>
                  <a:cubicBezTo>
                    <a:pt x="0" y="7894"/>
                    <a:pt x="72" y="7965"/>
                    <a:pt x="167" y="7965"/>
                  </a:cubicBezTo>
                  <a:cubicBezTo>
                    <a:pt x="250" y="7965"/>
                    <a:pt x="333" y="7894"/>
                    <a:pt x="333" y="7799"/>
                  </a:cubicBezTo>
                  <a:lnTo>
                    <a:pt x="333" y="6632"/>
                  </a:lnTo>
                  <a:cubicBezTo>
                    <a:pt x="333" y="6489"/>
                    <a:pt x="405" y="6370"/>
                    <a:pt x="524" y="6310"/>
                  </a:cubicBezTo>
                  <a:lnTo>
                    <a:pt x="1060" y="6048"/>
                  </a:lnTo>
                  <a:lnTo>
                    <a:pt x="1238" y="6227"/>
                  </a:lnTo>
                  <a:cubicBezTo>
                    <a:pt x="1369" y="6346"/>
                    <a:pt x="1536" y="6406"/>
                    <a:pt x="1703" y="6406"/>
                  </a:cubicBezTo>
                  <a:cubicBezTo>
                    <a:pt x="1857" y="6406"/>
                    <a:pt x="2024" y="6346"/>
                    <a:pt x="2155" y="6227"/>
                  </a:cubicBezTo>
                  <a:lnTo>
                    <a:pt x="2334" y="6048"/>
                  </a:lnTo>
                  <a:lnTo>
                    <a:pt x="2512" y="6132"/>
                  </a:lnTo>
                  <a:cubicBezTo>
                    <a:pt x="2441" y="6275"/>
                    <a:pt x="2381" y="6418"/>
                    <a:pt x="2381" y="6584"/>
                  </a:cubicBezTo>
                  <a:lnTo>
                    <a:pt x="2381" y="7799"/>
                  </a:lnTo>
                  <a:cubicBezTo>
                    <a:pt x="2381" y="7894"/>
                    <a:pt x="2453" y="7965"/>
                    <a:pt x="2548" y="7965"/>
                  </a:cubicBezTo>
                  <a:cubicBezTo>
                    <a:pt x="2631" y="7965"/>
                    <a:pt x="2715" y="7894"/>
                    <a:pt x="2715" y="7799"/>
                  </a:cubicBezTo>
                  <a:lnTo>
                    <a:pt x="2715" y="6584"/>
                  </a:lnTo>
                  <a:cubicBezTo>
                    <a:pt x="2715" y="6358"/>
                    <a:pt x="2846" y="6167"/>
                    <a:pt x="3048" y="6096"/>
                  </a:cubicBezTo>
                  <a:lnTo>
                    <a:pt x="4084" y="5715"/>
                  </a:lnTo>
                  <a:lnTo>
                    <a:pt x="4513" y="6358"/>
                  </a:lnTo>
                  <a:cubicBezTo>
                    <a:pt x="4572" y="6453"/>
                    <a:pt x="4655" y="6489"/>
                    <a:pt x="4751" y="6513"/>
                  </a:cubicBezTo>
                  <a:lnTo>
                    <a:pt x="4775" y="6513"/>
                  </a:lnTo>
                  <a:cubicBezTo>
                    <a:pt x="4870" y="6513"/>
                    <a:pt x="4941" y="6477"/>
                    <a:pt x="5013" y="6418"/>
                  </a:cubicBezTo>
                  <a:lnTo>
                    <a:pt x="5286" y="6156"/>
                  </a:lnTo>
                  <a:lnTo>
                    <a:pt x="5286" y="7799"/>
                  </a:lnTo>
                  <a:cubicBezTo>
                    <a:pt x="5286" y="7894"/>
                    <a:pt x="5358" y="7965"/>
                    <a:pt x="5453" y="7965"/>
                  </a:cubicBezTo>
                  <a:cubicBezTo>
                    <a:pt x="5537" y="7965"/>
                    <a:pt x="5608" y="7894"/>
                    <a:pt x="5608" y="7799"/>
                  </a:cubicBezTo>
                  <a:lnTo>
                    <a:pt x="5608" y="6156"/>
                  </a:lnTo>
                  <a:lnTo>
                    <a:pt x="5882" y="6418"/>
                  </a:lnTo>
                  <a:cubicBezTo>
                    <a:pt x="5941" y="6477"/>
                    <a:pt x="6025" y="6513"/>
                    <a:pt x="6120" y="6513"/>
                  </a:cubicBezTo>
                  <a:lnTo>
                    <a:pt x="6144" y="6513"/>
                  </a:lnTo>
                  <a:cubicBezTo>
                    <a:pt x="6251" y="6489"/>
                    <a:pt x="6322" y="6453"/>
                    <a:pt x="6382" y="6358"/>
                  </a:cubicBezTo>
                  <a:lnTo>
                    <a:pt x="6822" y="5715"/>
                  </a:lnTo>
                  <a:lnTo>
                    <a:pt x="7846" y="6096"/>
                  </a:lnTo>
                  <a:cubicBezTo>
                    <a:pt x="8049" y="6167"/>
                    <a:pt x="8192" y="6358"/>
                    <a:pt x="8192" y="6584"/>
                  </a:cubicBezTo>
                  <a:lnTo>
                    <a:pt x="8192" y="7799"/>
                  </a:lnTo>
                  <a:cubicBezTo>
                    <a:pt x="8192" y="7894"/>
                    <a:pt x="8263" y="7965"/>
                    <a:pt x="8346" y="7965"/>
                  </a:cubicBezTo>
                  <a:cubicBezTo>
                    <a:pt x="8442" y="7965"/>
                    <a:pt x="8513" y="7894"/>
                    <a:pt x="8513" y="7799"/>
                  </a:cubicBezTo>
                  <a:lnTo>
                    <a:pt x="8513" y="6584"/>
                  </a:lnTo>
                  <a:cubicBezTo>
                    <a:pt x="8513" y="6358"/>
                    <a:pt x="8430" y="6156"/>
                    <a:pt x="8275" y="6001"/>
                  </a:cubicBezTo>
                  <a:lnTo>
                    <a:pt x="8323" y="5989"/>
                  </a:lnTo>
                  <a:cubicBezTo>
                    <a:pt x="8370" y="5977"/>
                    <a:pt x="8406" y="5953"/>
                    <a:pt x="8465" y="5929"/>
                  </a:cubicBezTo>
                  <a:lnTo>
                    <a:pt x="8870" y="6334"/>
                  </a:lnTo>
                  <a:lnTo>
                    <a:pt x="8870" y="7787"/>
                  </a:lnTo>
                  <a:cubicBezTo>
                    <a:pt x="8870" y="7882"/>
                    <a:pt x="8942" y="7953"/>
                    <a:pt x="9037" y="7953"/>
                  </a:cubicBezTo>
                  <a:cubicBezTo>
                    <a:pt x="9120" y="7953"/>
                    <a:pt x="9204" y="7882"/>
                    <a:pt x="9204" y="7787"/>
                  </a:cubicBezTo>
                  <a:lnTo>
                    <a:pt x="9204" y="6334"/>
                  </a:lnTo>
                  <a:lnTo>
                    <a:pt x="9597" y="5929"/>
                  </a:lnTo>
                  <a:cubicBezTo>
                    <a:pt x="9620" y="5941"/>
                    <a:pt x="9644" y="5941"/>
                    <a:pt x="9680" y="5953"/>
                  </a:cubicBezTo>
                  <a:lnTo>
                    <a:pt x="10335" y="6156"/>
                  </a:lnTo>
                  <a:cubicBezTo>
                    <a:pt x="10478" y="6191"/>
                    <a:pt x="10585" y="6334"/>
                    <a:pt x="10585" y="6489"/>
                  </a:cubicBezTo>
                  <a:lnTo>
                    <a:pt x="10585" y="7799"/>
                  </a:lnTo>
                  <a:cubicBezTo>
                    <a:pt x="10585" y="7894"/>
                    <a:pt x="10656" y="7965"/>
                    <a:pt x="10751" y="7965"/>
                  </a:cubicBezTo>
                  <a:cubicBezTo>
                    <a:pt x="10835" y="7965"/>
                    <a:pt x="10906" y="7894"/>
                    <a:pt x="10906" y="7799"/>
                  </a:cubicBezTo>
                  <a:lnTo>
                    <a:pt x="10906" y="6489"/>
                  </a:lnTo>
                  <a:cubicBezTo>
                    <a:pt x="10871" y="6227"/>
                    <a:pt x="10656" y="5953"/>
                    <a:pt x="10382" y="5870"/>
                  </a:cubicBezTo>
                  <a:lnTo>
                    <a:pt x="9716" y="5679"/>
                  </a:lnTo>
                  <a:cubicBezTo>
                    <a:pt x="9692" y="5656"/>
                    <a:pt x="9680" y="5644"/>
                    <a:pt x="9680" y="5620"/>
                  </a:cubicBezTo>
                  <a:lnTo>
                    <a:pt x="9680" y="5394"/>
                  </a:lnTo>
                  <a:cubicBezTo>
                    <a:pt x="9739" y="5358"/>
                    <a:pt x="9787" y="5322"/>
                    <a:pt x="9823" y="5275"/>
                  </a:cubicBezTo>
                  <a:cubicBezTo>
                    <a:pt x="10049" y="5048"/>
                    <a:pt x="10180" y="4751"/>
                    <a:pt x="10180" y="4429"/>
                  </a:cubicBezTo>
                  <a:lnTo>
                    <a:pt x="10180" y="4132"/>
                  </a:lnTo>
                  <a:lnTo>
                    <a:pt x="10239" y="3989"/>
                  </a:lnTo>
                  <a:cubicBezTo>
                    <a:pt x="10323" y="3858"/>
                    <a:pt x="10347" y="3691"/>
                    <a:pt x="10347" y="3548"/>
                  </a:cubicBezTo>
                  <a:lnTo>
                    <a:pt x="10347" y="2727"/>
                  </a:lnTo>
                  <a:cubicBezTo>
                    <a:pt x="10347" y="2643"/>
                    <a:pt x="10275" y="2560"/>
                    <a:pt x="10180" y="2560"/>
                  </a:cubicBezTo>
                  <a:lnTo>
                    <a:pt x="8656" y="2560"/>
                  </a:lnTo>
                  <a:cubicBezTo>
                    <a:pt x="8096" y="2560"/>
                    <a:pt x="7644" y="3012"/>
                    <a:pt x="7644" y="3572"/>
                  </a:cubicBezTo>
                  <a:lnTo>
                    <a:pt x="7644" y="3596"/>
                  </a:lnTo>
                  <a:cubicBezTo>
                    <a:pt x="7644" y="3727"/>
                    <a:pt x="7668" y="3846"/>
                    <a:pt x="7727" y="3965"/>
                  </a:cubicBezTo>
                  <a:lnTo>
                    <a:pt x="7799" y="4132"/>
                  </a:lnTo>
                  <a:lnTo>
                    <a:pt x="7799" y="4382"/>
                  </a:lnTo>
                  <a:cubicBezTo>
                    <a:pt x="7799" y="4798"/>
                    <a:pt x="8013" y="5155"/>
                    <a:pt x="8311" y="5382"/>
                  </a:cubicBezTo>
                  <a:lnTo>
                    <a:pt x="8311" y="5596"/>
                  </a:lnTo>
                  <a:cubicBezTo>
                    <a:pt x="8311" y="5632"/>
                    <a:pt x="8311" y="5644"/>
                    <a:pt x="8180" y="5691"/>
                  </a:cubicBezTo>
                  <a:lnTo>
                    <a:pt x="7858" y="5775"/>
                  </a:lnTo>
                  <a:lnTo>
                    <a:pt x="6941" y="5441"/>
                  </a:lnTo>
                  <a:cubicBezTo>
                    <a:pt x="6941" y="5394"/>
                    <a:pt x="6930" y="5346"/>
                    <a:pt x="6894" y="5322"/>
                  </a:cubicBezTo>
                  <a:lnTo>
                    <a:pt x="6596" y="5001"/>
                  </a:lnTo>
                  <a:lnTo>
                    <a:pt x="6596" y="4489"/>
                  </a:lnTo>
                  <a:cubicBezTo>
                    <a:pt x="6632" y="4453"/>
                    <a:pt x="6656" y="4429"/>
                    <a:pt x="6691" y="4405"/>
                  </a:cubicBezTo>
                  <a:cubicBezTo>
                    <a:pt x="7061" y="4072"/>
                    <a:pt x="7263" y="3560"/>
                    <a:pt x="7263" y="3060"/>
                  </a:cubicBezTo>
                  <a:lnTo>
                    <a:pt x="7263" y="2643"/>
                  </a:lnTo>
                  <a:cubicBezTo>
                    <a:pt x="7382" y="2405"/>
                    <a:pt x="7430" y="2131"/>
                    <a:pt x="7430" y="1869"/>
                  </a:cubicBezTo>
                  <a:lnTo>
                    <a:pt x="7430" y="167"/>
                  </a:lnTo>
                  <a:cubicBezTo>
                    <a:pt x="7430" y="83"/>
                    <a:pt x="7358" y="0"/>
                    <a:pt x="726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5645669" y="3625759"/>
              <a:ext cx="10248" cy="42872"/>
            </a:xfrm>
            <a:custGeom>
              <a:avLst/>
              <a:gdLst/>
              <a:ahLst/>
              <a:cxnLst/>
              <a:rect l="l" t="t" r="r" b="b"/>
              <a:pathLst>
                <a:path w="322" h="1347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179"/>
                  </a:lnTo>
                  <a:cubicBezTo>
                    <a:pt x="0" y="1263"/>
                    <a:pt x="72" y="1346"/>
                    <a:pt x="167" y="1346"/>
                  </a:cubicBezTo>
                  <a:cubicBezTo>
                    <a:pt x="251" y="1346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5462247" y="3461115"/>
              <a:ext cx="86825" cy="29759"/>
            </a:xfrm>
            <a:custGeom>
              <a:avLst/>
              <a:gdLst/>
              <a:ahLst/>
              <a:cxnLst/>
              <a:rect l="l" t="t" r="r" b="b"/>
              <a:pathLst>
                <a:path w="2728" h="935" extrusionOk="0">
                  <a:moveTo>
                    <a:pt x="1094" y="0"/>
                  </a:moveTo>
                  <a:cubicBezTo>
                    <a:pt x="768" y="0"/>
                    <a:pt x="473" y="35"/>
                    <a:pt x="287" y="66"/>
                  </a:cubicBezTo>
                  <a:cubicBezTo>
                    <a:pt x="120" y="102"/>
                    <a:pt x="1" y="233"/>
                    <a:pt x="1" y="399"/>
                  </a:cubicBezTo>
                  <a:lnTo>
                    <a:pt x="1" y="768"/>
                  </a:lnTo>
                  <a:cubicBezTo>
                    <a:pt x="1" y="864"/>
                    <a:pt x="72" y="935"/>
                    <a:pt x="168" y="935"/>
                  </a:cubicBezTo>
                  <a:cubicBezTo>
                    <a:pt x="251" y="935"/>
                    <a:pt x="322" y="864"/>
                    <a:pt x="322" y="768"/>
                  </a:cubicBezTo>
                  <a:lnTo>
                    <a:pt x="322" y="399"/>
                  </a:lnTo>
                  <a:cubicBezTo>
                    <a:pt x="322" y="399"/>
                    <a:pt x="322" y="387"/>
                    <a:pt x="346" y="387"/>
                  </a:cubicBezTo>
                  <a:cubicBezTo>
                    <a:pt x="498" y="361"/>
                    <a:pt x="764" y="327"/>
                    <a:pt x="1063" y="327"/>
                  </a:cubicBezTo>
                  <a:cubicBezTo>
                    <a:pt x="1162" y="327"/>
                    <a:pt x="1266" y="331"/>
                    <a:pt x="1370" y="340"/>
                  </a:cubicBezTo>
                  <a:cubicBezTo>
                    <a:pt x="1858" y="364"/>
                    <a:pt x="2215" y="506"/>
                    <a:pt x="2442" y="709"/>
                  </a:cubicBezTo>
                  <a:cubicBezTo>
                    <a:pt x="2471" y="739"/>
                    <a:pt x="2513" y="753"/>
                    <a:pt x="2555" y="753"/>
                  </a:cubicBezTo>
                  <a:cubicBezTo>
                    <a:pt x="2596" y="753"/>
                    <a:pt x="2638" y="739"/>
                    <a:pt x="2668" y="709"/>
                  </a:cubicBezTo>
                  <a:cubicBezTo>
                    <a:pt x="2727" y="637"/>
                    <a:pt x="2727" y="530"/>
                    <a:pt x="2656" y="471"/>
                  </a:cubicBezTo>
                  <a:cubicBezTo>
                    <a:pt x="2283" y="97"/>
                    <a:pt x="1643" y="0"/>
                    <a:pt x="10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0"/>
            <p:cNvSpPr/>
            <p:nvPr/>
          </p:nvSpPr>
          <p:spPr>
            <a:xfrm>
              <a:off x="5441050" y="3636389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845"/>
                  </a:lnTo>
                  <a:cubicBezTo>
                    <a:pt x="0" y="929"/>
                    <a:pt x="72" y="1012"/>
                    <a:pt x="167" y="1012"/>
                  </a:cubicBezTo>
                  <a:cubicBezTo>
                    <a:pt x="250" y="1012"/>
                    <a:pt x="322" y="929"/>
                    <a:pt x="322" y="845"/>
                  </a:cubicBezTo>
                  <a:lnTo>
                    <a:pt x="322" y="155"/>
                  </a:ln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>
              <a:off x="5559257" y="3636389"/>
              <a:ext cx="10662" cy="32241"/>
            </a:xfrm>
            <a:custGeom>
              <a:avLst/>
              <a:gdLst/>
              <a:ahLst/>
              <a:cxnLst/>
              <a:rect l="l" t="t" r="r" b="b"/>
              <a:pathLst>
                <a:path w="335" h="1013" extrusionOk="0">
                  <a:moveTo>
                    <a:pt x="168" y="0"/>
                  </a:moveTo>
                  <a:cubicBezTo>
                    <a:pt x="84" y="0"/>
                    <a:pt x="1" y="71"/>
                    <a:pt x="1" y="155"/>
                  </a:cubicBezTo>
                  <a:lnTo>
                    <a:pt x="1" y="845"/>
                  </a:lnTo>
                  <a:cubicBezTo>
                    <a:pt x="1" y="929"/>
                    <a:pt x="84" y="1012"/>
                    <a:pt x="168" y="1012"/>
                  </a:cubicBezTo>
                  <a:cubicBezTo>
                    <a:pt x="263" y="1012"/>
                    <a:pt x="334" y="929"/>
                    <a:pt x="334" y="845"/>
                  </a:cubicBezTo>
                  <a:lnTo>
                    <a:pt x="334" y="155"/>
                  </a:lnTo>
                  <a:cubicBezTo>
                    <a:pt x="334" y="71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20"/>
          <p:cNvSpPr txBox="1"/>
          <p:nvPr/>
        </p:nvSpPr>
        <p:spPr>
          <a:xfrm>
            <a:off x="11365125" y="2942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1500s, when an unknown printer took.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067910" y="3613069"/>
            <a:ext cx="4191000" cy="4191000"/>
          </a:xfrm>
          <a:prstGeom prst="donut">
            <a:avLst>
              <a:gd name="adj" fmla="val 16067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6" name="Google Shape;166;p20"/>
          <p:cNvCxnSpPr/>
          <p:nvPr/>
        </p:nvCxnSpPr>
        <p:spPr>
          <a:xfrm>
            <a:off x="7300482" y="3849959"/>
            <a:ext cx="567900" cy="5679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67" name="Google Shape;167;p20"/>
          <p:cNvCxnSpPr/>
          <p:nvPr/>
        </p:nvCxnSpPr>
        <p:spPr>
          <a:xfrm rot="10800000" flipH="1">
            <a:off x="7296564" y="6993134"/>
            <a:ext cx="569700" cy="5658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68" name="Google Shape;168;p20"/>
          <p:cNvSpPr/>
          <p:nvPr/>
        </p:nvSpPr>
        <p:spPr>
          <a:xfrm rot="-1800454" flipH="1">
            <a:off x="6943432" y="3482414"/>
            <a:ext cx="4439585" cy="4439435"/>
          </a:xfrm>
          <a:prstGeom prst="blockArc">
            <a:avLst>
              <a:gd name="adj1" fmla="val 14348563"/>
              <a:gd name="adj2" fmla="val 19872341"/>
              <a:gd name="adj3" fmla="val 9100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cxnSp>
        <p:nvCxnSpPr>
          <p:cNvPr id="169" name="Google Shape;169;p20"/>
          <p:cNvCxnSpPr/>
          <p:nvPr/>
        </p:nvCxnSpPr>
        <p:spPr>
          <a:xfrm rot="10800000">
            <a:off x="10443040" y="6993313"/>
            <a:ext cx="585600" cy="5775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70" name="Google Shape;170;p20"/>
          <p:cNvCxnSpPr/>
          <p:nvPr/>
        </p:nvCxnSpPr>
        <p:spPr>
          <a:xfrm flipH="1">
            <a:off x="10445571" y="3858373"/>
            <a:ext cx="555600" cy="5595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171" name="Google Shape;171;p20"/>
          <p:cNvSpPr/>
          <p:nvPr/>
        </p:nvSpPr>
        <p:spPr>
          <a:xfrm rot="1800454">
            <a:off x="6939559" y="3482414"/>
            <a:ext cx="4439585" cy="4439435"/>
          </a:xfrm>
          <a:prstGeom prst="blockArc">
            <a:avLst>
              <a:gd name="adj1" fmla="val 14545937"/>
              <a:gd name="adj2" fmla="val 19902139"/>
              <a:gd name="adj3" fmla="val 9115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2" name="Google Shape;172;p20"/>
          <p:cNvSpPr/>
          <p:nvPr/>
        </p:nvSpPr>
        <p:spPr>
          <a:xfrm rot="9000838">
            <a:off x="6930182" y="3481510"/>
            <a:ext cx="4438275" cy="4438275"/>
          </a:xfrm>
          <a:prstGeom prst="blockArc">
            <a:avLst>
              <a:gd name="adj1" fmla="val 18041678"/>
              <a:gd name="adj2" fmla="val 1798478"/>
              <a:gd name="adj3" fmla="val 9595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3" name="Google Shape;173;p20"/>
          <p:cNvSpPr/>
          <p:nvPr/>
        </p:nvSpPr>
        <p:spPr>
          <a:xfrm rot="-9000838" flipH="1">
            <a:off x="6942716" y="3482747"/>
            <a:ext cx="4438275" cy="4438275"/>
          </a:xfrm>
          <a:prstGeom prst="blockArc">
            <a:avLst>
              <a:gd name="adj1" fmla="val 17967225"/>
              <a:gd name="adj2" fmla="val 1529547"/>
              <a:gd name="adj3" fmla="val 9279"/>
            </a:avLst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4" name="Google Shape;174;p20"/>
          <p:cNvSpPr/>
          <p:nvPr/>
        </p:nvSpPr>
        <p:spPr>
          <a:xfrm rot="8100000">
            <a:off x="6851276" y="5414215"/>
            <a:ext cx="599061" cy="599061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 rot="-2700000">
            <a:off x="10864290" y="5402400"/>
            <a:ext cx="599061" cy="599061"/>
          </a:xfrm>
          <a:prstGeom prst="rtTriangle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0"/>
          <p:cNvSpPr/>
          <p:nvPr/>
        </p:nvSpPr>
        <p:spPr>
          <a:xfrm rot="2700000">
            <a:off x="8857204" y="7403163"/>
            <a:ext cx="599061" cy="599061"/>
          </a:xfrm>
          <a:prstGeom prst="rtTriangle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 rot="-8100000">
            <a:off x="8858347" y="3384939"/>
            <a:ext cx="599061" cy="599061"/>
          </a:xfrm>
          <a:prstGeom prst="rtTriangle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1365125" y="6795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1500s, when an unknown printer took.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992275" y="2942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1500s, when an unknown printer took.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92275" y="6795688"/>
            <a:ext cx="3930600" cy="16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1500s, when an unknown printer took.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28250" y="176353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8857880" y="5732261"/>
            <a:ext cx="3000600" cy="154500"/>
          </a:xfrm>
          <a:prstGeom prst="rect">
            <a:avLst/>
          </a:prstGeom>
          <a:solidFill>
            <a:srgbClr val="00BFFF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87" name="Google Shape;187;p21"/>
          <p:cNvSpPr/>
          <p:nvPr/>
        </p:nvSpPr>
        <p:spPr>
          <a:xfrm>
            <a:off x="2856725" y="5732678"/>
            <a:ext cx="3000600" cy="154500"/>
          </a:xfrm>
          <a:prstGeom prst="rect">
            <a:avLst/>
          </a:prstGeom>
          <a:solidFill>
            <a:srgbClr val="00BFFF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5857161" y="5732678"/>
            <a:ext cx="3000900" cy="154500"/>
          </a:xfrm>
          <a:prstGeom prst="rect">
            <a:avLst/>
          </a:prstGeom>
          <a:solidFill>
            <a:srgbClr val="CCCCCC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89" name="Google Shape;189;p21"/>
          <p:cNvSpPr/>
          <p:nvPr/>
        </p:nvSpPr>
        <p:spPr>
          <a:xfrm>
            <a:off x="11858022" y="5732678"/>
            <a:ext cx="3599400" cy="154500"/>
          </a:xfrm>
          <a:prstGeom prst="rect">
            <a:avLst/>
          </a:prstGeom>
          <a:solidFill>
            <a:srgbClr val="CCCCCC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90" name="Google Shape;190;p21"/>
          <p:cNvSpPr txBox="1"/>
          <p:nvPr/>
        </p:nvSpPr>
        <p:spPr>
          <a:xfrm>
            <a:off x="1542650" y="3892000"/>
            <a:ext cx="25845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592754" y="6041756"/>
            <a:ext cx="484306" cy="518903"/>
            <a:chOff x="4149138" y="4121151"/>
            <a:chExt cx="344065" cy="368644"/>
          </a:xfrm>
        </p:grpSpPr>
        <p:sp>
          <p:nvSpPr>
            <p:cNvPr id="192" name="Google Shape;192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21"/>
          <p:cNvGrpSpPr/>
          <p:nvPr/>
        </p:nvGrpSpPr>
        <p:grpSpPr>
          <a:xfrm>
            <a:off x="8623916" y="6041756"/>
            <a:ext cx="484306" cy="518903"/>
            <a:chOff x="4149138" y="4121151"/>
            <a:chExt cx="344065" cy="368644"/>
          </a:xfrm>
        </p:grpSpPr>
        <p:sp>
          <p:nvSpPr>
            <p:cNvPr id="205" name="Google Shape;205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21"/>
          <p:cNvGrpSpPr/>
          <p:nvPr/>
        </p:nvGrpSpPr>
        <p:grpSpPr>
          <a:xfrm>
            <a:off x="15210941" y="6041756"/>
            <a:ext cx="484306" cy="518903"/>
            <a:chOff x="4149138" y="4121151"/>
            <a:chExt cx="344065" cy="368644"/>
          </a:xfrm>
        </p:grpSpPr>
        <p:sp>
          <p:nvSpPr>
            <p:cNvPr id="218" name="Google Shape;218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00BFFF"/>
            </a:solidFill>
            <a:ln w="9525" cap="flat" cmpd="sng">
              <a:solidFill>
                <a:srgbClr val="00B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11621591" y="4969906"/>
            <a:ext cx="484306" cy="518903"/>
            <a:chOff x="4149138" y="4121151"/>
            <a:chExt cx="344065" cy="368644"/>
          </a:xfrm>
        </p:grpSpPr>
        <p:sp>
          <p:nvSpPr>
            <p:cNvPr id="231" name="Google Shape;231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" name="Google Shape;243;p21"/>
          <p:cNvGrpSpPr/>
          <p:nvPr/>
        </p:nvGrpSpPr>
        <p:grpSpPr>
          <a:xfrm>
            <a:off x="5608529" y="4969906"/>
            <a:ext cx="484306" cy="518903"/>
            <a:chOff x="4149138" y="4121151"/>
            <a:chExt cx="344065" cy="368644"/>
          </a:xfrm>
        </p:grpSpPr>
        <p:sp>
          <p:nvSpPr>
            <p:cNvPr id="244" name="Google Shape;244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rgbClr val="CCCCCC"/>
            </a:solidFill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" name="Google Shape;256;p21"/>
          <p:cNvSpPr txBox="1"/>
          <p:nvPr/>
        </p:nvSpPr>
        <p:spPr>
          <a:xfrm>
            <a:off x="7564963" y="3892000"/>
            <a:ext cx="25845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14160838" y="3892000"/>
            <a:ext cx="25845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4558238" y="6586250"/>
            <a:ext cx="25845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0571488" y="6586250"/>
            <a:ext cx="25845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 sz="1500"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500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dummy.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 rot="10800000">
            <a:off x="2856725" y="5207475"/>
            <a:ext cx="0" cy="3702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1" name="Google Shape;261;p21"/>
          <p:cNvCxnSpPr/>
          <p:nvPr/>
        </p:nvCxnSpPr>
        <p:spPr>
          <a:xfrm rot="10800000">
            <a:off x="8851300" y="5207475"/>
            <a:ext cx="0" cy="3702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2" name="Google Shape;262;p21"/>
          <p:cNvCxnSpPr/>
          <p:nvPr/>
        </p:nvCxnSpPr>
        <p:spPr>
          <a:xfrm rot="10800000">
            <a:off x="15453100" y="5207475"/>
            <a:ext cx="0" cy="370200"/>
          </a:xfrm>
          <a:prstGeom prst="straightConnector1">
            <a:avLst/>
          </a:prstGeom>
          <a:noFill/>
          <a:ln w="28575" cap="flat" cmpd="sng">
            <a:solidFill>
              <a:srgbClr val="00BFFF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3" name="Google Shape;263;p21"/>
          <p:cNvCxnSpPr/>
          <p:nvPr/>
        </p:nvCxnSpPr>
        <p:spPr>
          <a:xfrm>
            <a:off x="5850675" y="6051563"/>
            <a:ext cx="0" cy="3720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11863750" y="6051563"/>
            <a:ext cx="0" cy="372000"/>
          </a:xfrm>
          <a:prstGeom prst="straightConnector1">
            <a:avLst/>
          </a:prstGeom>
          <a:noFill/>
          <a:ln w="28575" cap="flat" cmpd="sng">
            <a:solidFill>
              <a:srgbClr val="CCCCCC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5" name="Google Shape;265;p21"/>
          <p:cNvSpPr txBox="1"/>
          <p:nvPr/>
        </p:nvSpPr>
        <p:spPr>
          <a:xfrm>
            <a:off x="1628263" y="2281336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/>
        </p:nvSpPr>
        <p:spPr>
          <a:xfrm>
            <a:off x="1628263" y="1938111"/>
            <a:ext cx="150315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latin typeface="Montserrat Black"/>
                <a:ea typeface="Montserrat Black"/>
                <a:cs typeface="Montserrat Black"/>
                <a:sym typeface="Montserrat Black"/>
              </a:rPr>
              <a:t>Insertar</a:t>
            </a:r>
            <a:r>
              <a:rPr lang="es-419" sz="4000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s-419" sz="4000" i="1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texto aquí</a:t>
            </a:r>
            <a:endParaRPr sz="4000" i="1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2"/>
          <p:cNvSpPr/>
          <p:nvPr/>
        </p:nvSpPr>
        <p:spPr>
          <a:xfrm flipH="1">
            <a:off x="8377763" y="7150119"/>
            <a:ext cx="680037" cy="1198774"/>
          </a:xfrm>
          <a:custGeom>
            <a:avLst/>
            <a:gdLst/>
            <a:ahLst/>
            <a:cxnLst/>
            <a:rect l="l" t="t" r="r" b="b"/>
            <a:pathLst>
              <a:path w="14992" h="26428" extrusionOk="0">
                <a:moveTo>
                  <a:pt x="31" y="0"/>
                </a:moveTo>
                <a:cubicBezTo>
                  <a:pt x="25" y="0"/>
                  <a:pt x="19" y="0"/>
                  <a:pt x="13" y="0"/>
                </a:cubicBezTo>
                <a:lnTo>
                  <a:pt x="0" y="0"/>
                </a:lnTo>
                <a:lnTo>
                  <a:pt x="0" y="26407"/>
                </a:lnTo>
                <a:lnTo>
                  <a:pt x="13" y="26427"/>
                </a:lnTo>
                <a:lnTo>
                  <a:pt x="14992" y="1860"/>
                </a:lnTo>
                <a:cubicBezTo>
                  <a:pt x="10391" y="663"/>
                  <a:pt x="5335" y="0"/>
                  <a:pt x="31" y="0"/>
                </a:cubicBezTo>
                <a:close/>
              </a:path>
            </a:pathLst>
          </a:custGeom>
          <a:solidFill>
            <a:srgbClr val="94E4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2" name="Google Shape;272;p22"/>
          <p:cNvCxnSpPr/>
          <p:nvPr/>
        </p:nvCxnSpPr>
        <p:spPr>
          <a:xfrm rot="10800000">
            <a:off x="5722326" y="7784551"/>
            <a:ext cx="3007500" cy="0"/>
          </a:xfrm>
          <a:prstGeom prst="straightConnector1">
            <a:avLst/>
          </a:prstGeom>
          <a:noFill/>
          <a:ln w="19050" cap="flat" cmpd="sng">
            <a:solidFill>
              <a:srgbClr val="94E4FF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73" name="Google Shape;273;p22"/>
          <p:cNvSpPr/>
          <p:nvPr/>
        </p:nvSpPr>
        <p:spPr>
          <a:xfrm flipH="1">
            <a:off x="7699132" y="5901769"/>
            <a:ext cx="1358623" cy="1196189"/>
          </a:xfrm>
          <a:custGeom>
            <a:avLst/>
            <a:gdLst/>
            <a:ahLst/>
            <a:cxnLst/>
            <a:rect l="l" t="t" r="r" b="b"/>
            <a:pathLst>
              <a:path w="29952" h="26371" extrusionOk="0">
                <a:moveTo>
                  <a:pt x="1" y="0"/>
                </a:moveTo>
                <a:lnTo>
                  <a:pt x="1" y="24234"/>
                </a:lnTo>
                <a:lnTo>
                  <a:pt x="14" y="24234"/>
                </a:lnTo>
                <a:cubicBezTo>
                  <a:pt x="14" y="24234"/>
                  <a:pt x="203" y="24229"/>
                  <a:pt x="558" y="24229"/>
                </a:cubicBezTo>
                <a:cubicBezTo>
                  <a:pt x="2473" y="24229"/>
                  <a:pt x="9215" y="24384"/>
                  <a:pt x="17213" y="26370"/>
                </a:cubicBezTo>
                <a:lnTo>
                  <a:pt x="29952" y="5713"/>
                </a:lnTo>
                <a:cubicBezTo>
                  <a:pt x="29952" y="5713"/>
                  <a:pt x="20827" y="0"/>
                  <a:pt x="14" y="0"/>
                </a:cubicBezTo>
                <a:close/>
              </a:path>
            </a:pathLst>
          </a:custGeom>
          <a:solidFill>
            <a:srgbClr val="70DB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 rot="10800000">
            <a:off x="5722220" y="6713122"/>
            <a:ext cx="2297700" cy="0"/>
          </a:xfrm>
          <a:prstGeom prst="straightConnector1">
            <a:avLst/>
          </a:prstGeom>
          <a:noFill/>
          <a:ln w="19050" cap="flat" cmpd="sng">
            <a:solidFill>
              <a:srgbClr val="70DBFF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75" name="Google Shape;275;p22"/>
          <p:cNvSpPr/>
          <p:nvPr/>
        </p:nvSpPr>
        <p:spPr>
          <a:xfrm flipH="1">
            <a:off x="7027350" y="4618715"/>
            <a:ext cx="2030404" cy="1389604"/>
          </a:xfrm>
          <a:custGeom>
            <a:avLst/>
            <a:gdLst/>
            <a:ahLst/>
            <a:cxnLst/>
            <a:rect l="l" t="t" r="r" b="b"/>
            <a:pathLst>
              <a:path w="44762" h="30635" extrusionOk="0">
                <a:moveTo>
                  <a:pt x="1" y="1"/>
                </a:moveTo>
                <a:lnTo>
                  <a:pt x="1" y="24648"/>
                </a:lnTo>
                <a:lnTo>
                  <a:pt x="14" y="24648"/>
                </a:lnTo>
                <a:cubicBezTo>
                  <a:pt x="5607" y="24648"/>
                  <a:pt x="18560" y="25130"/>
                  <a:pt x="31390" y="30635"/>
                </a:cubicBezTo>
                <a:lnTo>
                  <a:pt x="44761" y="10327"/>
                </a:lnTo>
                <a:cubicBezTo>
                  <a:pt x="44761" y="10327"/>
                  <a:pt x="27304" y="1"/>
                  <a:pt x="14" y="1"/>
                </a:cubicBezTo>
                <a:close/>
              </a:path>
            </a:pathLst>
          </a:custGeom>
          <a:solidFill>
            <a:srgbClr val="40C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6" name="Google Shape;276;p22"/>
          <p:cNvCxnSpPr/>
          <p:nvPr/>
        </p:nvCxnSpPr>
        <p:spPr>
          <a:xfrm rot="10800000">
            <a:off x="5721887" y="5448518"/>
            <a:ext cx="1558800" cy="0"/>
          </a:xfrm>
          <a:prstGeom prst="straightConnector1">
            <a:avLst/>
          </a:prstGeom>
          <a:noFill/>
          <a:ln w="19050" cap="flat" cmpd="sng">
            <a:solidFill>
              <a:srgbClr val="40CFFF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77" name="Google Shape;277;p22"/>
          <p:cNvSpPr/>
          <p:nvPr/>
        </p:nvSpPr>
        <p:spPr>
          <a:xfrm flipH="1">
            <a:off x="6212458" y="3252375"/>
            <a:ext cx="2845297" cy="1668749"/>
          </a:xfrm>
          <a:custGeom>
            <a:avLst/>
            <a:gdLst/>
            <a:ahLst/>
            <a:cxnLst/>
            <a:rect l="l" t="t" r="r" b="b"/>
            <a:pathLst>
              <a:path w="62727" h="36789" extrusionOk="0">
                <a:moveTo>
                  <a:pt x="1" y="1"/>
                </a:moveTo>
                <a:lnTo>
                  <a:pt x="1" y="25976"/>
                </a:lnTo>
                <a:lnTo>
                  <a:pt x="17" y="25976"/>
                </a:lnTo>
                <a:cubicBezTo>
                  <a:pt x="74" y="25976"/>
                  <a:pt x="588" y="25960"/>
                  <a:pt x="1487" y="25960"/>
                </a:cubicBezTo>
                <a:cubicBezTo>
                  <a:pt x="7235" y="25960"/>
                  <a:pt x="28709" y="26646"/>
                  <a:pt x="46867" y="36789"/>
                </a:cubicBezTo>
                <a:lnTo>
                  <a:pt x="62726" y="12728"/>
                </a:lnTo>
                <a:cubicBezTo>
                  <a:pt x="62726" y="12728"/>
                  <a:pt x="39312" y="2"/>
                  <a:pt x="17" y="1"/>
                </a:cubicBezTo>
                <a:close/>
              </a:path>
            </a:pathLst>
          </a:custGeom>
          <a:solidFill>
            <a:srgbClr val="00BFFF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cxnSp>
        <p:nvCxnSpPr>
          <p:cNvPr id="278" name="Google Shape;278;p22"/>
          <p:cNvCxnSpPr/>
          <p:nvPr/>
        </p:nvCxnSpPr>
        <p:spPr>
          <a:xfrm rot="10800000">
            <a:off x="5722357" y="4280502"/>
            <a:ext cx="796800" cy="0"/>
          </a:xfrm>
          <a:prstGeom prst="straightConnector1">
            <a:avLst/>
          </a:prstGeom>
          <a:noFill/>
          <a:ln w="19050" cap="flat" cmpd="sng">
            <a:solidFill>
              <a:srgbClr val="00BFFF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79" name="Google Shape;279;p22"/>
          <p:cNvSpPr txBox="1"/>
          <p:nvPr/>
        </p:nvSpPr>
        <p:spPr>
          <a:xfrm>
            <a:off x="1642625" y="3846848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1642625" y="5014862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642625" y="6279466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1642625" y="7350893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00B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solidFill>
                <a:srgbClr val="00BFFF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230200" y="7150119"/>
            <a:ext cx="680037" cy="1198774"/>
          </a:xfrm>
          <a:custGeom>
            <a:avLst/>
            <a:gdLst/>
            <a:ahLst/>
            <a:cxnLst/>
            <a:rect l="l" t="t" r="r" b="b"/>
            <a:pathLst>
              <a:path w="14992" h="26428" extrusionOk="0">
                <a:moveTo>
                  <a:pt x="31" y="0"/>
                </a:moveTo>
                <a:cubicBezTo>
                  <a:pt x="25" y="0"/>
                  <a:pt x="19" y="0"/>
                  <a:pt x="13" y="0"/>
                </a:cubicBezTo>
                <a:lnTo>
                  <a:pt x="0" y="0"/>
                </a:lnTo>
                <a:lnTo>
                  <a:pt x="0" y="26407"/>
                </a:lnTo>
                <a:lnTo>
                  <a:pt x="13" y="26427"/>
                </a:lnTo>
                <a:lnTo>
                  <a:pt x="14992" y="1860"/>
                </a:lnTo>
                <a:cubicBezTo>
                  <a:pt x="10391" y="663"/>
                  <a:pt x="5335" y="0"/>
                  <a:pt x="31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4" name="Google Shape;284;p22"/>
          <p:cNvCxnSpPr/>
          <p:nvPr/>
        </p:nvCxnSpPr>
        <p:spPr>
          <a:xfrm>
            <a:off x="9558174" y="7784551"/>
            <a:ext cx="30075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85" name="Google Shape;285;p22"/>
          <p:cNvSpPr/>
          <p:nvPr/>
        </p:nvSpPr>
        <p:spPr>
          <a:xfrm>
            <a:off x="9230245" y="5901769"/>
            <a:ext cx="1358623" cy="1196189"/>
          </a:xfrm>
          <a:custGeom>
            <a:avLst/>
            <a:gdLst/>
            <a:ahLst/>
            <a:cxnLst/>
            <a:rect l="l" t="t" r="r" b="b"/>
            <a:pathLst>
              <a:path w="29952" h="26371" extrusionOk="0">
                <a:moveTo>
                  <a:pt x="1" y="0"/>
                </a:moveTo>
                <a:lnTo>
                  <a:pt x="1" y="24234"/>
                </a:lnTo>
                <a:lnTo>
                  <a:pt x="14" y="24234"/>
                </a:lnTo>
                <a:cubicBezTo>
                  <a:pt x="14" y="24234"/>
                  <a:pt x="203" y="24229"/>
                  <a:pt x="558" y="24229"/>
                </a:cubicBezTo>
                <a:cubicBezTo>
                  <a:pt x="2473" y="24229"/>
                  <a:pt x="9215" y="24384"/>
                  <a:pt x="17213" y="26370"/>
                </a:cubicBezTo>
                <a:lnTo>
                  <a:pt x="29952" y="5713"/>
                </a:lnTo>
                <a:cubicBezTo>
                  <a:pt x="29952" y="5713"/>
                  <a:pt x="20827" y="0"/>
                  <a:pt x="14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6" name="Google Shape;286;p22"/>
          <p:cNvCxnSpPr/>
          <p:nvPr/>
        </p:nvCxnSpPr>
        <p:spPr>
          <a:xfrm>
            <a:off x="10268080" y="6713122"/>
            <a:ext cx="22977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87" name="Google Shape;287;p22"/>
          <p:cNvSpPr/>
          <p:nvPr/>
        </p:nvSpPr>
        <p:spPr>
          <a:xfrm>
            <a:off x="9230245" y="4618715"/>
            <a:ext cx="2030404" cy="1389604"/>
          </a:xfrm>
          <a:custGeom>
            <a:avLst/>
            <a:gdLst/>
            <a:ahLst/>
            <a:cxnLst/>
            <a:rect l="l" t="t" r="r" b="b"/>
            <a:pathLst>
              <a:path w="44762" h="30635" extrusionOk="0">
                <a:moveTo>
                  <a:pt x="1" y="1"/>
                </a:moveTo>
                <a:lnTo>
                  <a:pt x="1" y="24648"/>
                </a:lnTo>
                <a:lnTo>
                  <a:pt x="14" y="24648"/>
                </a:lnTo>
                <a:cubicBezTo>
                  <a:pt x="5607" y="24648"/>
                  <a:pt x="18560" y="25130"/>
                  <a:pt x="31390" y="30635"/>
                </a:cubicBezTo>
                <a:lnTo>
                  <a:pt x="44761" y="10327"/>
                </a:lnTo>
                <a:cubicBezTo>
                  <a:pt x="44761" y="10327"/>
                  <a:pt x="27304" y="1"/>
                  <a:pt x="14" y="1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8" name="Google Shape;288;p22"/>
          <p:cNvCxnSpPr/>
          <p:nvPr/>
        </p:nvCxnSpPr>
        <p:spPr>
          <a:xfrm>
            <a:off x="11007313" y="5448518"/>
            <a:ext cx="15588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89" name="Google Shape;289;p22"/>
          <p:cNvSpPr/>
          <p:nvPr/>
        </p:nvSpPr>
        <p:spPr>
          <a:xfrm>
            <a:off x="9230245" y="3252375"/>
            <a:ext cx="2845297" cy="1668749"/>
          </a:xfrm>
          <a:custGeom>
            <a:avLst/>
            <a:gdLst/>
            <a:ahLst/>
            <a:cxnLst/>
            <a:rect l="l" t="t" r="r" b="b"/>
            <a:pathLst>
              <a:path w="62727" h="36789" extrusionOk="0">
                <a:moveTo>
                  <a:pt x="1" y="1"/>
                </a:moveTo>
                <a:lnTo>
                  <a:pt x="1" y="25976"/>
                </a:lnTo>
                <a:lnTo>
                  <a:pt x="17" y="25976"/>
                </a:lnTo>
                <a:cubicBezTo>
                  <a:pt x="74" y="25976"/>
                  <a:pt x="588" y="25960"/>
                  <a:pt x="1487" y="25960"/>
                </a:cubicBezTo>
                <a:cubicBezTo>
                  <a:pt x="7235" y="25960"/>
                  <a:pt x="28709" y="26646"/>
                  <a:pt x="46867" y="36789"/>
                </a:cubicBezTo>
                <a:lnTo>
                  <a:pt x="62726" y="12728"/>
                </a:lnTo>
                <a:cubicBezTo>
                  <a:pt x="62726" y="12728"/>
                  <a:pt x="39312" y="2"/>
                  <a:pt x="1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cxnSp>
        <p:nvCxnSpPr>
          <p:cNvPr id="290" name="Google Shape;290;p22"/>
          <p:cNvCxnSpPr/>
          <p:nvPr/>
        </p:nvCxnSpPr>
        <p:spPr>
          <a:xfrm>
            <a:off x="11768843" y="4280502"/>
            <a:ext cx="796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91" name="Google Shape;291;p22"/>
          <p:cNvSpPr txBox="1"/>
          <p:nvPr/>
        </p:nvSpPr>
        <p:spPr>
          <a:xfrm flipH="1">
            <a:off x="12745075" y="3846848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 flipH="1">
            <a:off x="12745075" y="5014862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 flipH="1">
            <a:off x="12745075" y="6279466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 flipH="1">
            <a:off x="12745075" y="7350893"/>
            <a:ext cx="39003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Montserrat Black"/>
                <a:ea typeface="Montserrat Black"/>
                <a:cs typeface="Montserrat Black"/>
                <a:sym typeface="Montserrat Black"/>
              </a:rPr>
              <a:t>Insertar texto aquí</a:t>
            </a:r>
            <a:endParaRPr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Lorem Ipsum has been the industry's standard dummy text ever since the 1500s printer took.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95" name="Google Shape;295;p22"/>
          <p:cNvGrpSpPr/>
          <p:nvPr/>
        </p:nvGrpSpPr>
        <p:grpSpPr>
          <a:xfrm>
            <a:off x="8729813" y="7477817"/>
            <a:ext cx="253184" cy="188810"/>
            <a:chOff x="5216456" y="3725484"/>
            <a:chExt cx="356196" cy="265631"/>
          </a:xfrm>
        </p:grpSpPr>
        <p:sp>
          <p:nvSpPr>
            <p:cNvPr id="296" name="Google Shape;296;p22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8" name="Google Shape;298;p22"/>
          <p:cNvGrpSpPr/>
          <p:nvPr/>
        </p:nvGrpSpPr>
        <p:grpSpPr>
          <a:xfrm>
            <a:off x="8308092" y="6342610"/>
            <a:ext cx="421736" cy="314507"/>
            <a:chOff x="5216456" y="3725484"/>
            <a:chExt cx="356196" cy="265631"/>
          </a:xfrm>
        </p:grpSpPr>
        <p:sp>
          <p:nvSpPr>
            <p:cNvPr id="299" name="Google Shape;299;p22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22"/>
          <p:cNvGrpSpPr/>
          <p:nvPr/>
        </p:nvGrpSpPr>
        <p:grpSpPr>
          <a:xfrm>
            <a:off x="7905819" y="5103876"/>
            <a:ext cx="562255" cy="419298"/>
            <a:chOff x="5216456" y="3725484"/>
            <a:chExt cx="356196" cy="265631"/>
          </a:xfrm>
        </p:grpSpPr>
        <p:sp>
          <p:nvSpPr>
            <p:cNvPr id="302" name="Google Shape;302;p22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" name="Google Shape;304;p22"/>
          <p:cNvGrpSpPr/>
          <p:nvPr/>
        </p:nvGrpSpPr>
        <p:grpSpPr>
          <a:xfrm>
            <a:off x="7492008" y="3723220"/>
            <a:ext cx="680013" cy="507142"/>
            <a:chOff x="5216456" y="3725484"/>
            <a:chExt cx="356196" cy="265631"/>
          </a:xfrm>
        </p:grpSpPr>
        <p:sp>
          <p:nvSpPr>
            <p:cNvPr id="305" name="Google Shape;305;p22"/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7" name="Google Shape;307;p22"/>
          <p:cNvGrpSpPr/>
          <p:nvPr/>
        </p:nvGrpSpPr>
        <p:grpSpPr>
          <a:xfrm>
            <a:off x="9370069" y="7477816"/>
            <a:ext cx="188110" cy="188800"/>
            <a:chOff x="5779408" y="3699191"/>
            <a:chExt cx="317645" cy="318757"/>
          </a:xfrm>
        </p:grpSpPr>
        <p:sp>
          <p:nvSpPr>
            <p:cNvPr id="308" name="Google Shape;308;p22"/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0" name="Google Shape;310;p22"/>
          <p:cNvGrpSpPr/>
          <p:nvPr/>
        </p:nvGrpSpPr>
        <p:grpSpPr>
          <a:xfrm>
            <a:off x="9597097" y="6342604"/>
            <a:ext cx="313357" cy="314517"/>
            <a:chOff x="5779408" y="3699191"/>
            <a:chExt cx="317645" cy="318757"/>
          </a:xfrm>
        </p:grpSpPr>
        <p:sp>
          <p:nvSpPr>
            <p:cNvPr id="311" name="Google Shape;311;p22"/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" name="Google Shape;313;p22"/>
          <p:cNvGrpSpPr/>
          <p:nvPr/>
        </p:nvGrpSpPr>
        <p:grpSpPr>
          <a:xfrm>
            <a:off x="9910455" y="5101978"/>
            <a:ext cx="421738" cy="423309"/>
            <a:chOff x="5779408" y="3699191"/>
            <a:chExt cx="317645" cy="318757"/>
          </a:xfrm>
        </p:grpSpPr>
        <p:sp>
          <p:nvSpPr>
            <p:cNvPr id="314" name="Google Shape;314;p22"/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22"/>
          <p:cNvGrpSpPr/>
          <p:nvPr/>
        </p:nvGrpSpPr>
        <p:grpSpPr>
          <a:xfrm>
            <a:off x="10268086" y="3723238"/>
            <a:ext cx="505278" cy="507110"/>
            <a:chOff x="5779408" y="3699191"/>
            <a:chExt cx="317645" cy="318757"/>
          </a:xfrm>
        </p:grpSpPr>
        <p:sp>
          <p:nvSpPr>
            <p:cNvPr id="317" name="Google Shape;317;p22"/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1225</Words>
  <Application>Microsoft Office PowerPoint</Application>
  <PresentationFormat>Personalizado</PresentationFormat>
  <Paragraphs>132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Montserrat</vt:lpstr>
      <vt:lpstr>Arial</vt:lpstr>
      <vt:lpstr>Roboto Slab</vt:lpstr>
      <vt:lpstr>Montserrat Black</vt:lpstr>
      <vt:lpstr>Montserrat Medium</vt:lpstr>
      <vt:lpstr>Montserrat ExtraBold</vt:lpstr>
      <vt:lpstr>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Jean Luis Arana</dc:creator>
  <cp:lastModifiedBy>Jean Luis Arana</cp:lastModifiedBy>
  <cp:revision>3</cp:revision>
  <dcterms:modified xsi:type="dcterms:W3CDTF">2026-08-03T17:33:29Z</dcterms:modified>
</cp:coreProperties>
</file>