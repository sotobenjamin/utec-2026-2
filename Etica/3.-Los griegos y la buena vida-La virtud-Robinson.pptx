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27"/>
  </p:notesMasterIdLst>
  <p:sldIdLst>
    <p:sldId id="256" r:id="rId2"/>
    <p:sldId id="266" r:id="rId3"/>
    <p:sldId id="299" r:id="rId4"/>
    <p:sldId id="257" r:id="rId5"/>
    <p:sldId id="290" r:id="rId6"/>
    <p:sldId id="298" r:id="rId7"/>
    <p:sldId id="259" r:id="rId8"/>
    <p:sldId id="271" r:id="rId9"/>
    <p:sldId id="258" r:id="rId10"/>
    <p:sldId id="294" r:id="rId11"/>
    <p:sldId id="297" r:id="rId12"/>
    <p:sldId id="262" r:id="rId13"/>
    <p:sldId id="265" r:id="rId14"/>
    <p:sldId id="289" r:id="rId15"/>
    <p:sldId id="261" r:id="rId16"/>
    <p:sldId id="287" r:id="rId17"/>
    <p:sldId id="288" r:id="rId18"/>
    <p:sldId id="263" r:id="rId19"/>
    <p:sldId id="291" r:id="rId20"/>
    <p:sldId id="292" r:id="rId21"/>
    <p:sldId id="293" r:id="rId22"/>
    <p:sldId id="279" r:id="rId23"/>
    <p:sldId id="280" r:id="rId24"/>
    <p:sldId id="281" r:id="rId25"/>
    <p:sldId id="286" r:id="rId26"/>
  </p:sldIdLst>
  <p:sldSz cx="9144000" cy="5143500" type="screen16x9"/>
  <p:notesSz cx="6858000" cy="9144000"/>
  <p:embeddedFontLst>
    <p:embeddedFont>
      <p:font typeface="Cinzel" panose="020B0604020202020204" charset="0"/>
      <p:regular r:id="rId28"/>
      <p:bold r:id="rId29"/>
    </p:embeddedFont>
    <p:embeddedFont>
      <p:font typeface="Libre Baskerville" panose="02000000000000000000" pitchFamily="2" charset="0"/>
      <p:regular r:id="rId30"/>
      <p:bold r:id="rId31"/>
      <p:italic r:id="rId32"/>
    </p:embeddedFont>
    <p:embeddedFont>
      <p:font typeface="Montserrat" panose="00000500000000000000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D45860C-8B77-4F42-9714-B2F3E22B4BFD}">
  <a:tblStyle styleId="{DD45860C-8B77-4F42-9714-B2F3E22B4B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1558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4196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8978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7075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3500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09644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42616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19313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25274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5ed75ccf_0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5ed75ccf_0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5ed75ccf_0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5ed75ccf_0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g73d2b53a92_1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2" name="Google Shape;1232;g73d2b53a92_1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-50"/>
            <a:ext cx="9144000" cy="5143500"/>
          </a:xfrm>
          <a:prstGeom prst="rect">
            <a:avLst/>
          </a:prstGeom>
          <a:gradFill>
            <a:gsLst>
              <a:gs pos="0">
                <a:srgbClr val="B40036">
                  <a:alpha val="74901"/>
                </a:srgbClr>
              </a:gs>
              <a:gs pos="100000">
                <a:srgbClr val="002685">
                  <a:alpha val="74901"/>
                </a:srgbClr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862175" y="785200"/>
            <a:ext cx="7418913" cy="3572912"/>
          </a:xfrm>
          <a:custGeom>
            <a:avLst/>
            <a:gdLst/>
            <a:ahLst/>
            <a:cxnLst/>
            <a:rect l="l" t="t" r="r" b="b"/>
            <a:pathLst>
              <a:path w="319196" h="161890" extrusionOk="0">
                <a:moveTo>
                  <a:pt x="137286" y="300"/>
                </a:moveTo>
                <a:lnTo>
                  <a:pt x="0" y="241"/>
                </a:lnTo>
                <a:lnTo>
                  <a:pt x="0" y="161890"/>
                </a:lnTo>
                <a:lnTo>
                  <a:pt x="319196" y="161890"/>
                </a:lnTo>
                <a:lnTo>
                  <a:pt x="319196" y="0"/>
                </a:lnTo>
                <a:lnTo>
                  <a:pt x="182036" y="30"/>
                </a:lnTo>
              </a:path>
            </a:pathLst>
          </a:custGeom>
          <a:noFill/>
          <a:ln w="76200" cap="flat" cmpd="thinThick">
            <a:solidFill>
              <a:srgbClr val="FFFFFF"/>
            </a:solidFill>
            <a:prstDash val="solid"/>
            <a:miter lim="8000"/>
            <a:headEnd type="none" w="med" len="med"/>
            <a:tailEnd type="none" w="med" len="med"/>
          </a:ln>
        </p:spPr>
        <p:txBody>
          <a:bodyPr/>
          <a:lstStyle/>
          <a:p>
            <a:endParaRPr lang="es-PE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290775" y="1991825"/>
            <a:ext cx="65625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4350936" y="424375"/>
            <a:ext cx="442142" cy="612195"/>
          </a:xfrm>
          <a:custGeom>
            <a:avLst/>
            <a:gdLst/>
            <a:ahLst/>
            <a:cxnLst/>
            <a:rect l="l" t="t" r="r" b="b"/>
            <a:pathLst>
              <a:path w="24448" h="33851" extrusionOk="0">
                <a:moveTo>
                  <a:pt x="7899" y="1881"/>
                </a:moveTo>
                <a:lnTo>
                  <a:pt x="8369" y="2821"/>
                </a:lnTo>
                <a:lnTo>
                  <a:pt x="7711" y="4138"/>
                </a:lnTo>
                <a:lnTo>
                  <a:pt x="6864" y="4984"/>
                </a:lnTo>
                <a:lnTo>
                  <a:pt x="6676" y="5266"/>
                </a:lnTo>
                <a:lnTo>
                  <a:pt x="6582" y="5642"/>
                </a:lnTo>
                <a:lnTo>
                  <a:pt x="6676" y="6018"/>
                </a:lnTo>
                <a:lnTo>
                  <a:pt x="6864" y="6300"/>
                </a:lnTo>
                <a:lnTo>
                  <a:pt x="7523" y="6958"/>
                </a:lnTo>
                <a:lnTo>
                  <a:pt x="7523" y="9027"/>
                </a:lnTo>
                <a:lnTo>
                  <a:pt x="6206" y="10343"/>
                </a:lnTo>
                <a:lnTo>
                  <a:pt x="4702" y="10343"/>
                </a:lnTo>
                <a:lnTo>
                  <a:pt x="4702" y="6864"/>
                </a:lnTo>
                <a:lnTo>
                  <a:pt x="5548" y="5172"/>
                </a:lnTo>
                <a:lnTo>
                  <a:pt x="5642" y="4984"/>
                </a:lnTo>
                <a:lnTo>
                  <a:pt x="5642" y="4702"/>
                </a:lnTo>
                <a:lnTo>
                  <a:pt x="5642" y="3103"/>
                </a:lnTo>
                <a:lnTo>
                  <a:pt x="6206" y="1881"/>
                </a:lnTo>
                <a:close/>
                <a:moveTo>
                  <a:pt x="9403" y="8087"/>
                </a:moveTo>
                <a:lnTo>
                  <a:pt x="11848" y="9309"/>
                </a:lnTo>
                <a:lnTo>
                  <a:pt x="12130" y="9403"/>
                </a:lnTo>
                <a:lnTo>
                  <a:pt x="12412" y="9403"/>
                </a:lnTo>
                <a:lnTo>
                  <a:pt x="16925" y="8651"/>
                </a:lnTo>
                <a:lnTo>
                  <a:pt x="16925" y="9591"/>
                </a:lnTo>
                <a:lnTo>
                  <a:pt x="13164" y="10343"/>
                </a:lnTo>
                <a:lnTo>
                  <a:pt x="10344" y="10343"/>
                </a:lnTo>
                <a:lnTo>
                  <a:pt x="10061" y="10437"/>
                </a:lnTo>
                <a:lnTo>
                  <a:pt x="9873" y="10531"/>
                </a:lnTo>
                <a:lnTo>
                  <a:pt x="9591" y="10720"/>
                </a:lnTo>
                <a:lnTo>
                  <a:pt x="9497" y="11002"/>
                </a:lnTo>
                <a:lnTo>
                  <a:pt x="8745" y="13164"/>
                </a:lnTo>
                <a:lnTo>
                  <a:pt x="4702" y="13164"/>
                </a:lnTo>
                <a:lnTo>
                  <a:pt x="4702" y="12224"/>
                </a:lnTo>
                <a:lnTo>
                  <a:pt x="6582" y="12224"/>
                </a:lnTo>
                <a:lnTo>
                  <a:pt x="6959" y="12130"/>
                </a:lnTo>
                <a:lnTo>
                  <a:pt x="7335" y="11942"/>
                </a:lnTo>
                <a:lnTo>
                  <a:pt x="9215" y="10061"/>
                </a:lnTo>
                <a:lnTo>
                  <a:pt x="9403" y="9779"/>
                </a:lnTo>
                <a:lnTo>
                  <a:pt x="9403" y="9403"/>
                </a:lnTo>
                <a:lnTo>
                  <a:pt x="9403" y="8087"/>
                </a:lnTo>
                <a:close/>
                <a:moveTo>
                  <a:pt x="21627" y="13540"/>
                </a:moveTo>
                <a:lnTo>
                  <a:pt x="22379" y="14951"/>
                </a:lnTo>
                <a:lnTo>
                  <a:pt x="22003" y="15045"/>
                </a:lnTo>
                <a:lnTo>
                  <a:pt x="21345" y="15045"/>
                </a:lnTo>
                <a:lnTo>
                  <a:pt x="20969" y="14951"/>
                </a:lnTo>
                <a:lnTo>
                  <a:pt x="21627" y="13540"/>
                </a:lnTo>
                <a:close/>
                <a:moveTo>
                  <a:pt x="2821" y="8275"/>
                </a:moveTo>
                <a:lnTo>
                  <a:pt x="2821" y="11284"/>
                </a:lnTo>
                <a:lnTo>
                  <a:pt x="2821" y="14105"/>
                </a:lnTo>
                <a:lnTo>
                  <a:pt x="2821" y="16549"/>
                </a:lnTo>
                <a:lnTo>
                  <a:pt x="1881" y="15609"/>
                </a:lnTo>
                <a:lnTo>
                  <a:pt x="1881" y="9685"/>
                </a:lnTo>
                <a:lnTo>
                  <a:pt x="2821" y="8275"/>
                </a:lnTo>
                <a:close/>
                <a:moveTo>
                  <a:pt x="14105" y="15327"/>
                </a:moveTo>
                <a:lnTo>
                  <a:pt x="14857" y="16643"/>
                </a:lnTo>
                <a:lnTo>
                  <a:pt x="14481" y="16737"/>
                </a:lnTo>
                <a:lnTo>
                  <a:pt x="14105" y="16831"/>
                </a:lnTo>
                <a:lnTo>
                  <a:pt x="13823" y="16737"/>
                </a:lnTo>
                <a:lnTo>
                  <a:pt x="13446" y="16643"/>
                </a:lnTo>
                <a:lnTo>
                  <a:pt x="14105" y="15327"/>
                </a:lnTo>
                <a:close/>
                <a:moveTo>
                  <a:pt x="8181" y="15045"/>
                </a:moveTo>
                <a:lnTo>
                  <a:pt x="7147" y="18900"/>
                </a:lnTo>
                <a:lnTo>
                  <a:pt x="4702" y="16549"/>
                </a:lnTo>
                <a:lnTo>
                  <a:pt x="4702" y="15045"/>
                </a:lnTo>
                <a:close/>
                <a:moveTo>
                  <a:pt x="9403" y="17772"/>
                </a:moveTo>
                <a:lnTo>
                  <a:pt x="10532" y="22379"/>
                </a:lnTo>
                <a:lnTo>
                  <a:pt x="8651" y="20404"/>
                </a:lnTo>
                <a:lnTo>
                  <a:pt x="8933" y="19370"/>
                </a:lnTo>
                <a:lnTo>
                  <a:pt x="9403" y="17772"/>
                </a:lnTo>
                <a:close/>
                <a:moveTo>
                  <a:pt x="3574" y="21721"/>
                </a:moveTo>
                <a:lnTo>
                  <a:pt x="4514" y="22755"/>
                </a:lnTo>
                <a:lnTo>
                  <a:pt x="2821" y="26516"/>
                </a:lnTo>
                <a:lnTo>
                  <a:pt x="3574" y="21721"/>
                </a:lnTo>
                <a:close/>
                <a:moveTo>
                  <a:pt x="3762" y="18242"/>
                </a:moveTo>
                <a:lnTo>
                  <a:pt x="12412" y="26798"/>
                </a:lnTo>
                <a:lnTo>
                  <a:pt x="12600" y="27645"/>
                </a:lnTo>
                <a:lnTo>
                  <a:pt x="12600" y="27645"/>
                </a:lnTo>
                <a:lnTo>
                  <a:pt x="11848" y="27362"/>
                </a:lnTo>
                <a:lnTo>
                  <a:pt x="3197" y="18806"/>
                </a:lnTo>
                <a:lnTo>
                  <a:pt x="3762" y="18242"/>
                </a:lnTo>
                <a:close/>
                <a:moveTo>
                  <a:pt x="6018" y="24165"/>
                </a:moveTo>
                <a:lnTo>
                  <a:pt x="10532" y="28773"/>
                </a:lnTo>
                <a:lnTo>
                  <a:pt x="11848" y="31970"/>
                </a:lnTo>
                <a:lnTo>
                  <a:pt x="2445" y="31970"/>
                </a:lnTo>
                <a:lnTo>
                  <a:pt x="6018" y="24165"/>
                </a:lnTo>
                <a:close/>
                <a:moveTo>
                  <a:pt x="5642" y="0"/>
                </a:moveTo>
                <a:lnTo>
                  <a:pt x="5454" y="94"/>
                </a:lnTo>
                <a:lnTo>
                  <a:pt x="5172" y="188"/>
                </a:lnTo>
                <a:lnTo>
                  <a:pt x="4984" y="282"/>
                </a:lnTo>
                <a:lnTo>
                  <a:pt x="4890" y="565"/>
                </a:lnTo>
                <a:lnTo>
                  <a:pt x="3950" y="2445"/>
                </a:lnTo>
                <a:lnTo>
                  <a:pt x="3856" y="2633"/>
                </a:lnTo>
                <a:lnTo>
                  <a:pt x="3762" y="2821"/>
                </a:lnTo>
                <a:lnTo>
                  <a:pt x="3762" y="4514"/>
                </a:lnTo>
                <a:lnTo>
                  <a:pt x="3197" y="5642"/>
                </a:lnTo>
                <a:lnTo>
                  <a:pt x="2821" y="5642"/>
                </a:lnTo>
                <a:lnTo>
                  <a:pt x="2445" y="5736"/>
                </a:lnTo>
                <a:lnTo>
                  <a:pt x="2257" y="5924"/>
                </a:lnTo>
                <a:lnTo>
                  <a:pt x="2069" y="6112"/>
                </a:lnTo>
                <a:lnTo>
                  <a:pt x="189" y="8933"/>
                </a:lnTo>
                <a:lnTo>
                  <a:pt x="94" y="9121"/>
                </a:lnTo>
                <a:lnTo>
                  <a:pt x="0" y="9403"/>
                </a:lnTo>
                <a:lnTo>
                  <a:pt x="0" y="15985"/>
                </a:lnTo>
                <a:lnTo>
                  <a:pt x="94" y="16361"/>
                </a:lnTo>
                <a:lnTo>
                  <a:pt x="283" y="16643"/>
                </a:lnTo>
                <a:lnTo>
                  <a:pt x="1505" y="17866"/>
                </a:lnTo>
                <a:lnTo>
                  <a:pt x="1223" y="18148"/>
                </a:lnTo>
                <a:lnTo>
                  <a:pt x="1035" y="18430"/>
                </a:lnTo>
                <a:lnTo>
                  <a:pt x="941" y="18806"/>
                </a:lnTo>
                <a:lnTo>
                  <a:pt x="1035" y="19182"/>
                </a:lnTo>
                <a:lnTo>
                  <a:pt x="1223" y="19464"/>
                </a:lnTo>
                <a:lnTo>
                  <a:pt x="1881" y="20028"/>
                </a:lnTo>
                <a:lnTo>
                  <a:pt x="0" y="32816"/>
                </a:lnTo>
                <a:lnTo>
                  <a:pt x="94" y="33192"/>
                </a:lnTo>
                <a:lnTo>
                  <a:pt x="283" y="33568"/>
                </a:lnTo>
                <a:lnTo>
                  <a:pt x="565" y="33756"/>
                </a:lnTo>
                <a:lnTo>
                  <a:pt x="941" y="33850"/>
                </a:lnTo>
                <a:lnTo>
                  <a:pt x="13446" y="33850"/>
                </a:lnTo>
                <a:lnTo>
                  <a:pt x="13634" y="33756"/>
                </a:lnTo>
                <a:lnTo>
                  <a:pt x="14011" y="33474"/>
                </a:lnTo>
                <a:lnTo>
                  <a:pt x="14105" y="33004"/>
                </a:lnTo>
                <a:lnTo>
                  <a:pt x="14105" y="32816"/>
                </a:lnTo>
                <a:lnTo>
                  <a:pt x="14105" y="32628"/>
                </a:lnTo>
                <a:lnTo>
                  <a:pt x="12976" y="29807"/>
                </a:lnTo>
                <a:lnTo>
                  <a:pt x="12976" y="29807"/>
                </a:lnTo>
                <a:lnTo>
                  <a:pt x="13823" y="30089"/>
                </a:lnTo>
                <a:lnTo>
                  <a:pt x="14387" y="30089"/>
                </a:lnTo>
                <a:lnTo>
                  <a:pt x="14575" y="29995"/>
                </a:lnTo>
                <a:lnTo>
                  <a:pt x="14951" y="29713"/>
                </a:lnTo>
                <a:lnTo>
                  <a:pt x="15045" y="29337"/>
                </a:lnTo>
                <a:lnTo>
                  <a:pt x="15045" y="28867"/>
                </a:lnTo>
                <a:lnTo>
                  <a:pt x="14105" y="26046"/>
                </a:lnTo>
                <a:lnTo>
                  <a:pt x="14011" y="25858"/>
                </a:lnTo>
                <a:lnTo>
                  <a:pt x="13917" y="25670"/>
                </a:lnTo>
                <a:lnTo>
                  <a:pt x="13164" y="24918"/>
                </a:lnTo>
                <a:lnTo>
                  <a:pt x="10438" y="14199"/>
                </a:lnTo>
                <a:lnTo>
                  <a:pt x="11096" y="12224"/>
                </a:lnTo>
                <a:lnTo>
                  <a:pt x="13164" y="12224"/>
                </a:lnTo>
                <a:lnTo>
                  <a:pt x="13164" y="12976"/>
                </a:lnTo>
                <a:lnTo>
                  <a:pt x="11472" y="16549"/>
                </a:lnTo>
                <a:lnTo>
                  <a:pt x="11378" y="16831"/>
                </a:lnTo>
                <a:lnTo>
                  <a:pt x="11378" y="17113"/>
                </a:lnTo>
                <a:lnTo>
                  <a:pt x="11472" y="17396"/>
                </a:lnTo>
                <a:lnTo>
                  <a:pt x="11660" y="17584"/>
                </a:lnTo>
                <a:lnTo>
                  <a:pt x="12224" y="18054"/>
                </a:lnTo>
                <a:lnTo>
                  <a:pt x="12788" y="18430"/>
                </a:lnTo>
                <a:lnTo>
                  <a:pt x="13446" y="18618"/>
                </a:lnTo>
                <a:lnTo>
                  <a:pt x="14199" y="18712"/>
                </a:lnTo>
                <a:lnTo>
                  <a:pt x="14857" y="18618"/>
                </a:lnTo>
                <a:lnTo>
                  <a:pt x="15515" y="18430"/>
                </a:lnTo>
                <a:lnTo>
                  <a:pt x="16173" y="18054"/>
                </a:lnTo>
                <a:lnTo>
                  <a:pt x="16737" y="17584"/>
                </a:lnTo>
                <a:lnTo>
                  <a:pt x="16925" y="17396"/>
                </a:lnTo>
                <a:lnTo>
                  <a:pt x="17019" y="17113"/>
                </a:lnTo>
                <a:lnTo>
                  <a:pt x="17019" y="16831"/>
                </a:lnTo>
                <a:lnTo>
                  <a:pt x="16925" y="16549"/>
                </a:lnTo>
                <a:lnTo>
                  <a:pt x="15139" y="12976"/>
                </a:lnTo>
                <a:lnTo>
                  <a:pt x="15139" y="12036"/>
                </a:lnTo>
                <a:lnTo>
                  <a:pt x="17113" y="11566"/>
                </a:lnTo>
                <a:lnTo>
                  <a:pt x="17208" y="11848"/>
                </a:lnTo>
                <a:lnTo>
                  <a:pt x="17396" y="12036"/>
                </a:lnTo>
                <a:lnTo>
                  <a:pt x="17678" y="12224"/>
                </a:lnTo>
                <a:lnTo>
                  <a:pt x="17960" y="12224"/>
                </a:lnTo>
                <a:lnTo>
                  <a:pt x="18336" y="12130"/>
                </a:lnTo>
                <a:lnTo>
                  <a:pt x="18618" y="11942"/>
                </a:lnTo>
                <a:lnTo>
                  <a:pt x="18806" y="11660"/>
                </a:lnTo>
                <a:lnTo>
                  <a:pt x="18900" y="11284"/>
                </a:lnTo>
                <a:lnTo>
                  <a:pt x="18900" y="11096"/>
                </a:lnTo>
                <a:lnTo>
                  <a:pt x="20781" y="10626"/>
                </a:lnTo>
                <a:lnTo>
                  <a:pt x="20781" y="11190"/>
                </a:lnTo>
                <a:lnTo>
                  <a:pt x="18994" y="14763"/>
                </a:lnTo>
                <a:lnTo>
                  <a:pt x="18900" y="15045"/>
                </a:lnTo>
                <a:lnTo>
                  <a:pt x="18900" y="15327"/>
                </a:lnTo>
                <a:lnTo>
                  <a:pt x="18994" y="15609"/>
                </a:lnTo>
                <a:lnTo>
                  <a:pt x="19182" y="15891"/>
                </a:lnTo>
                <a:lnTo>
                  <a:pt x="19746" y="16361"/>
                </a:lnTo>
                <a:lnTo>
                  <a:pt x="20310" y="16643"/>
                </a:lnTo>
                <a:lnTo>
                  <a:pt x="20969" y="16925"/>
                </a:lnTo>
                <a:lnTo>
                  <a:pt x="22379" y="16925"/>
                </a:lnTo>
                <a:lnTo>
                  <a:pt x="23037" y="16643"/>
                </a:lnTo>
                <a:lnTo>
                  <a:pt x="23695" y="16361"/>
                </a:lnTo>
                <a:lnTo>
                  <a:pt x="24260" y="15891"/>
                </a:lnTo>
                <a:lnTo>
                  <a:pt x="24354" y="15703"/>
                </a:lnTo>
                <a:lnTo>
                  <a:pt x="24448" y="15515"/>
                </a:lnTo>
                <a:lnTo>
                  <a:pt x="24448" y="15045"/>
                </a:lnTo>
                <a:lnTo>
                  <a:pt x="24354" y="14763"/>
                </a:lnTo>
                <a:lnTo>
                  <a:pt x="22567" y="11190"/>
                </a:lnTo>
                <a:lnTo>
                  <a:pt x="22567" y="9403"/>
                </a:lnTo>
                <a:lnTo>
                  <a:pt x="22473" y="9027"/>
                </a:lnTo>
                <a:lnTo>
                  <a:pt x="22191" y="8651"/>
                </a:lnTo>
                <a:lnTo>
                  <a:pt x="21815" y="8463"/>
                </a:lnTo>
                <a:lnTo>
                  <a:pt x="21439" y="8463"/>
                </a:lnTo>
                <a:lnTo>
                  <a:pt x="18806" y="9121"/>
                </a:lnTo>
                <a:lnTo>
                  <a:pt x="18806" y="7523"/>
                </a:lnTo>
                <a:lnTo>
                  <a:pt x="18806" y="6582"/>
                </a:lnTo>
                <a:lnTo>
                  <a:pt x="18806" y="6206"/>
                </a:lnTo>
                <a:lnTo>
                  <a:pt x="18618" y="5924"/>
                </a:lnTo>
                <a:lnTo>
                  <a:pt x="18242" y="5736"/>
                </a:lnTo>
                <a:lnTo>
                  <a:pt x="17866" y="5642"/>
                </a:lnTo>
                <a:lnTo>
                  <a:pt x="17490" y="5736"/>
                </a:lnTo>
                <a:lnTo>
                  <a:pt x="17208" y="5924"/>
                </a:lnTo>
                <a:lnTo>
                  <a:pt x="17019" y="6206"/>
                </a:lnTo>
                <a:lnTo>
                  <a:pt x="16925" y="6582"/>
                </a:lnTo>
                <a:lnTo>
                  <a:pt x="16925" y="6770"/>
                </a:lnTo>
                <a:lnTo>
                  <a:pt x="12412" y="7523"/>
                </a:lnTo>
                <a:lnTo>
                  <a:pt x="9027" y="5830"/>
                </a:lnTo>
                <a:lnTo>
                  <a:pt x="8839" y="5642"/>
                </a:lnTo>
                <a:lnTo>
                  <a:pt x="9121" y="5360"/>
                </a:lnTo>
                <a:lnTo>
                  <a:pt x="9309" y="5172"/>
                </a:lnTo>
                <a:lnTo>
                  <a:pt x="10249" y="3291"/>
                </a:lnTo>
                <a:lnTo>
                  <a:pt x="10344" y="3103"/>
                </a:lnTo>
                <a:lnTo>
                  <a:pt x="10344" y="2915"/>
                </a:lnTo>
                <a:lnTo>
                  <a:pt x="10344" y="2633"/>
                </a:lnTo>
                <a:lnTo>
                  <a:pt x="10249" y="2445"/>
                </a:lnTo>
                <a:lnTo>
                  <a:pt x="9309" y="565"/>
                </a:lnTo>
                <a:lnTo>
                  <a:pt x="9215" y="377"/>
                </a:lnTo>
                <a:lnTo>
                  <a:pt x="9027" y="188"/>
                </a:lnTo>
                <a:lnTo>
                  <a:pt x="8745" y="94"/>
                </a:lnTo>
                <a:lnTo>
                  <a:pt x="846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-50"/>
            <a:ext cx="9144000" cy="5143500"/>
          </a:xfrm>
          <a:prstGeom prst="rect">
            <a:avLst/>
          </a:prstGeom>
          <a:gradFill>
            <a:gsLst>
              <a:gs pos="0">
                <a:srgbClr val="B40036">
                  <a:alpha val="74901"/>
                </a:srgbClr>
              </a:gs>
              <a:gs pos="100000">
                <a:srgbClr val="002685">
                  <a:alpha val="74901"/>
                </a:srgbClr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013375" y="1601445"/>
            <a:ext cx="71172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685800" y="2852117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i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i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i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i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i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i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i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i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i="1"/>
            </a:lvl9pPr>
          </a:lstStyle>
          <a:p>
            <a:endParaRPr/>
          </a:p>
        </p:txBody>
      </p:sp>
      <p:cxnSp>
        <p:nvCxnSpPr>
          <p:cNvPr id="18" name="Google Shape;18;p3"/>
          <p:cNvCxnSpPr/>
          <p:nvPr/>
        </p:nvCxnSpPr>
        <p:spPr>
          <a:xfrm>
            <a:off x="2566050" y="2800350"/>
            <a:ext cx="4011900" cy="0"/>
          </a:xfrm>
          <a:prstGeom prst="straightConnector1">
            <a:avLst/>
          </a:prstGeom>
          <a:noFill/>
          <a:ln w="76200" cap="flat" cmpd="thickThin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-125" y="47498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-50"/>
            <a:ext cx="9144000" cy="5143500"/>
          </a:xfrm>
          <a:prstGeom prst="rect">
            <a:avLst/>
          </a:prstGeom>
          <a:gradFill>
            <a:gsLst>
              <a:gs pos="0">
                <a:srgbClr val="B40036">
                  <a:alpha val="74901"/>
                </a:srgbClr>
              </a:gs>
              <a:gs pos="100000">
                <a:srgbClr val="002685">
                  <a:alpha val="74901"/>
                </a:srgbClr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582050" y="548125"/>
            <a:ext cx="7979900" cy="4047250"/>
          </a:xfrm>
          <a:custGeom>
            <a:avLst/>
            <a:gdLst/>
            <a:ahLst/>
            <a:cxnLst/>
            <a:rect l="l" t="t" r="r" b="b"/>
            <a:pathLst>
              <a:path w="319196" h="161890" extrusionOk="0">
                <a:moveTo>
                  <a:pt x="137286" y="300"/>
                </a:moveTo>
                <a:lnTo>
                  <a:pt x="0" y="241"/>
                </a:lnTo>
                <a:lnTo>
                  <a:pt x="0" y="161890"/>
                </a:lnTo>
                <a:lnTo>
                  <a:pt x="319196" y="161890"/>
                </a:lnTo>
                <a:lnTo>
                  <a:pt x="319196" y="0"/>
                </a:lnTo>
                <a:lnTo>
                  <a:pt x="182036" y="30"/>
                </a:lnTo>
              </a:path>
            </a:pathLst>
          </a:custGeom>
          <a:noFill/>
          <a:ln w="76200" cap="flat" cmpd="thinThick">
            <a:solidFill>
              <a:srgbClr val="FFFFFF"/>
            </a:solidFill>
            <a:prstDash val="solid"/>
            <a:miter lim="8000"/>
            <a:headEnd type="none" w="med" len="med"/>
            <a:tailEnd type="none" w="med" len="med"/>
          </a:ln>
        </p:spPr>
        <p:txBody>
          <a:bodyPr/>
          <a:lstStyle/>
          <a:p>
            <a:endParaRPr lang="es-PE"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489575" y="2161800"/>
            <a:ext cx="61647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algn="ctr" rtl="0">
              <a:spcBef>
                <a:spcPts val="600"/>
              </a:spcBef>
              <a:spcAft>
                <a:spcPts val="0"/>
              </a:spcAft>
              <a:buSzPts val="2400"/>
              <a:buChar char="▣"/>
              <a:defRPr sz="2400" i="1"/>
            </a:lvl1pPr>
            <a:lvl2pPr marL="914400" lvl="1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□"/>
              <a:defRPr sz="2400" i="1"/>
            </a:lvl2pPr>
            <a:lvl3pPr marL="1371600" lvl="2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▪"/>
              <a:defRPr sz="2400" i="1"/>
            </a:lvl3pPr>
            <a:lvl4pPr marL="1828800" lvl="3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▪"/>
              <a:defRPr sz="2400" i="1"/>
            </a:lvl4pPr>
            <a:lvl5pPr marL="2286000" lvl="4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▪"/>
              <a:defRPr sz="2400" i="1"/>
            </a:lvl5pPr>
            <a:lvl6pPr marL="2743200" lvl="5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 sz="2400" i="1"/>
            </a:lvl6pPr>
            <a:lvl7pPr marL="3200400" lvl="6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 sz="2400" i="1"/>
            </a:lvl7pPr>
            <a:lvl8pPr marL="3657600" lvl="7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 sz="2400" i="1"/>
            </a:lvl8pPr>
            <a:lvl9pPr marL="4114800" lvl="8" indent="-381000" algn="ctr">
              <a:spcBef>
                <a:spcPts val="0"/>
              </a:spcBef>
              <a:spcAft>
                <a:spcPts val="0"/>
              </a:spcAft>
              <a:buSzPts val="2400"/>
              <a:buChar char="▫"/>
              <a:defRPr sz="2400" i="1"/>
            </a:lvl9pPr>
          </a:lstStyle>
          <a:p>
            <a:endParaRPr/>
          </a:p>
        </p:txBody>
      </p:sp>
      <p:sp>
        <p:nvSpPr>
          <p:cNvPr id="24" name="Google Shape;24;p4"/>
          <p:cNvSpPr txBox="1"/>
          <p:nvPr/>
        </p:nvSpPr>
        <p:spPr>
          <a:xfrm>
            <a:off x="4023150" y="241925"/>
            <a:ext cx="10977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1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“</a:t>
            </a:r>
            <a:endParaRPr sz="6000" b="1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-125" y="47498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-50"/>
            <a:ext cx="9144000" cy="5143500"/>
          </a:xfrm>
          <a:prstGeom prst="rect">
            <a:avLst/>
          </a:prstGeom>
          <a:gradFill>
            <a:gsLst>
              <a:gs pos="0">
                <a:srgbClr val="B40036">
                  <a:alpha val="74901"/>
                </a:srgbClr>
              </a:gs>
              <a:gs pos="100000">
                <a:srgbClr val="002685">
                  <a:alpha val="74901"/>
                </a:srgbClr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1337275" y="556600"/>
            <a:ext cx="6469500" cy="7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1337275" y="1476919"/>
            <a:ext cx="6469500" cy="34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▣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□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/>
            </a:lvl9pPr>
          </a:lstStyle>
          <a:p>
            <a:endParaRPr/>
          </a:p>
        </p:txBody>
      </p:sp>
      <p:cxnSp>
        <p:nvCxnSpPr>
          <p:cNvPr id="30" name="Google Shape;30;p5"/>
          <p:cNvCxnSpPr/>
          <p:nvPr/>
        </p:nvCxnSpPr>
        <p:spPr>
          <a:xfrm>
            <a:off x="4275600" y="925310"/>
            <a:ext cx="592800" cy="0"/>
          </a:xfrm>
          <a:prstGeom prst="straightConnector1">
            <a:avLst/>
          </a:prstGeom>
          <a:noFill/>
          <a:ln w="38100" cap="flat" cmpd="thickThin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Google Shape;31;p5"/>
          <p:cNvSpPr/>
          <p:nvPr/>
        </p:nvSpPr>
        <p:spPr>
          <a:xfrm>
            <a:off x="4376963" y="429326"/>
            <a:ext cx="390121" cy="390133"/>
          </a:xfrm>
          <a:custGeom>
            <a:avLst/>
            <a:gdLst/>
            <a:ahLst/>
            <a:cxnLst/>
            <a:rect l="l" t="t" r="r" b="b"/>
            <a:pathLst>
              <a:path w="33850" h="33851" extrusionOk="0">
                <a:moveTo>
                  <a:pt x="16925" y="3104"/>
                </a:moveTo>
                <a:lnTo>
                  <a:pt x="17677" y="4514"/>
                </a:lnTo>
                <a:lnTo>
                  <a:pt x="16925" y="5266"/>
                </a:lnTo>
                <a:lnTo>
                  <a:pt x="16173" y="4514"/>
                </a:lnTo>
                <a:lnTo>
                  <a:pt x="16925" y="3104"/>
                </a:lnTo>
                <a:close/>
                <a:moveTo>
                  <a:pt x="16925" y="10344"/>
                </a:moveTo>
                <a:lnTo>
                  <a:pt x="17301" y="10438"/>
                </a:lnTo>
                <a:lnTo>
                  <a:pt x="17583" y="10626"/>
                </a:lnTo>
                <a:lnTo>
                  <a:pt x="17771" y="10908"/>
                </a:lnTo>
                <a:lnTo>
                  <a:pt x="17865" y="11284"/>
                </a:lnTo>
                <a:lnTo>
                  <a:pt x="17771" y="11660"/>
                </a:lnTo>
                <a:lnTo>
                  <a:pt x="17583" y="11942"/>
                </a:lnTo>
                <a:lnTo>
                  <a:pt x="17301" y="12224"/>
                </a:lnTo>
                <a:lnTo>
                  <a:pt x="16549" y="12224"/>
                </a:lnTo>
                <a:lnTo>
                  <a:pt x="16267" y="11942"/>
                </a:lnTo>
                <a:lnTo>
                  <a:pt x="16079" y="11660"/>
                </a:lnTo>
                <a:lnTo>
                  <a:pt x="15985" y="11284"/>
                </a:lnTo>
                <a:lnTo>
                  <a:pt x="16079" y="10908"/>
                </a:lnTo>
                <a:lnTo>
                  <a:pt x="16267" y="10626"/>
                </a:lnTo>
                <a:lnTo>
                  <a:pt x="16549" y="10438"/>
                </a:lnTo>
                <a:lnTo>
                  <a:pt x="16925" y="10344"/>
                </a:lnTo>
                <a:close/>
                <a:moveTo>
                  <a:pt x="6582" y="15327"/>
                </a:moveTo>
                <a:lnTo>
                  <a:pt x="10719" y="23508"/>
                </a:lnTo>
                <a:lnTo>
                  <a:pt x="2445" y="23508"/>
                </a:lnTo>
                <a:lnTo>
                  <a:pt x="6582" y="15327"/>
                </a:lnTo>
                <a:close/>
                <a:moveTo>
                  <a:pt x="27268" y="15327"/>
                </a:moveTo>
                <a:lnTo>
                  <a:pt x="31405" y="23508"/>
                </a:lnTo>
                <a:lnTo>
                  <a:pt x="23131" y="23508"/>
                </a:lnTo>
                <a:lnTo>
                  <a:pt x="27268" y="15327"/>
                </a:lnTo>
                <a:close/>
                <a:moveTo>
                  <a:pt x="9779" y="25388"/>
                </a:moveTo>
                <a:lnTo>
                  <a:pt x="9027" y="25858"/>
                </a:lnTo>
                <a:lnTo>
                  <a:pt x="8274" y="26140"/>
                </a:lnTo>
                <a:lnTo>
                  <a:pt x="7428" y="26328"/>
                </a:lnTo>
                <a:lnTo>
                  <a:pt x="5736" y="26328"/>
                </a:lnTo>
                <a:lnTo>
                  <a:pt x="4890" y="26140"/>
                </a:lnTo>
                <a:lnTo>
                  <a:pt x="4043" y="25858"/>
                </a:lnTo>
                <a:lnTo>
                  <a:pt x="3291" y="25388"/>
                </a:lnTo>
                <a:close/>
                <a:moveTo>
                  <a:pt x="30465" y="25388"/>
                </a:moveTo>
                <a:lnTo>
                  <a:pt x="29713" y="25858"/>
                </a:lnTo>
                <a:lnTo>
                  <a:pt x="28961" y="26140"/>
                </a:lnTo>
                <a:lnTo>
                  <a:pt x="28114" y="26328"/>
                </a:lnTo>
                <a:lnTo>
                  <a:pt x="26422" y="26328"/>
                </a:lnTo>
                <a:lnTo>
                  <a:pt x="25576" y="26140"/>
                </a:lnTo>
                <a:lnTo>
                  <a:pt x="24729" y="25858"/>
                </a:lnTo>
                <a:lnTo>
                  <a:pt x="23977" y="25388"/>
                </a:lnTo>
                <a:close/>
                <a:moveTo>
                  <a:pt x="19370" y="31030"/>
                </a:moveTo>
                <a:lnTo>
                  <a:pt x="20310" y="31970"/>
                </a:lnTo>
                <a:lnTo>
                  <a:pt x="13540" y="31970"/>
                </a:lnTo>
                <a:lnTo>
                  <a:pt x="14480" y="31030"/>
                </a:lnTo>
                <a:close/>
                <a:moveTo>
                  <a:pt x="16643" y="1"/>
                </a:moveTo>
                <a:lnTo>
                  <a:pt x="16455" y="95"/>
                </a:lnTo>
                <a:lnTo>
                  <a:pt x="16267" y="283"/>
                </a:lnTo>
                <a:lnTo>
                  <a:pt x="16079" y="565"/>
                </a:lnTo>
                <a:lnTo>
                  <a:pt x="14198" y="4326"/>
                </a:lnTo>
                <a:lnTo>
                  <a:pt x="14104" y="4608"/>
                </a:lnTo>
                <a:lnTo>
                  <a:pt x="14104" y="4890"/>
                </a:lnTo>
                <a:lnTo>
                  <a:pt x="14198" y="5172"/>
                </a:lnTo>
                <a:lnTo>
                  <a:pt x="14386" y="5360"/>
                </a:lnTo>
                <a:lnTo>
                  <a:pt x="15985" y="6959"/>
                </a:lnTo>
                <a:lnTo>
                  <a:pt x="15985" y="8651"/>
                </a:lnTo>
                <a:lnTo>
                  <a:pt x="15421" y="8933"/>
                </a:lnTo>
                <a:lnTo>
                  <a:pt x="14950" y="9309"/>
                </a:lnTo>
                <a:lnTo>
                  <a:pt x="14574" y="9780"/>
                </a:lnTo>
                <a:lnTo>
                  <a:pt x="14292" y="10344"/>
                </a:lnTo>
                <a:lnTo>
                  <a:pt x="8463" y="10344"/>
                </a:lnTo>
                <a:lnTo>
                  <a:pt x="8086" y="10438"/>
                </a:lnTo>
                <a:lnTo>
                  <a:pt x="7804" y="10626"/>
                </a:lnTo>
                <a:lnTo>
                  <a:pt x="7616" y="10908"/>
                </a:lnTo>
                <a:lnTo>
                  <a:pt x="7522" y="11284"/>
                </a:lnTo>
                <a:lnTo>
                  <a:pt x="7428" y="11660"/>
                </a:lnTo>
                <a:lnTo>
                  <a:pt x="7240" y="11942"/>
                </a:lnTo>
                <a:lnTo>
                  <a:pt x="6958" y="12224"/>
                </a:lnTo>
                <a:lnTo>
                  <a:pt x="6206" y="12224"/>
                </a:lnTo>
                <a:lnTo>
                  <a:pt x="5924" y="11942"/>
                </a:lnTo>
                <a:lnTo>
                  <a:pt x="5736" y="11660"/>
                </a:lnTo>
                <a:lnTo>
                  <a:pt x="5642" y="11284"/>
                </a:lnTo>
                <a:lnTo>
                  <a:pt x="5548" y="10908"/>
                </a:lnTo>
                <a:lnTo>
                  <a:pt x="5360" y="10626"/>
                </a:lnTo>
                <a:lnTo>
                  <a:pt x="5078" y="10438"/>
                </a:lnTo>
                <a:lnTo>
                  <a:pt x="4701" y="10344"/>
                </a:lnTo>
                <a:lnTo>
                  <a:pt x="4325" y="10438"/>
                </a:lnTo>
                <a:lnTo>
                  <a:pt x="4043" y="10626"/>
                </a:lnTo>
                <a:lnTo>
                  <a:pt x="3855" y="10908"/>
                </a:lnTo>
                <a:lnTo>
                  <a:pt x="3761" y="11284"/>
                </a:lnTo>
                <a:lnTo>
                  <a:pt x="3855" y="12036"/>
                </a:lnTo>
                <a:lnTo>
                  <a:pt x="4137" y="12789"/>
                </a:lnTo>
                <a:lnTo>
                  <a:pt x="4607" y="13353"/>
                </a:lnTo>
                <a:lnTo>
                  <a:pt x="5172" y="13823"/>
                </a:lnTo>
                <a:lnTo>
                  <a:pt x="94" y="24072"/>
                </a:lnTo>
                <a:lnTo>
                  <a:pt x="0" y="24260"/>
                </a:lnTo>
                <a:lnTo>
                  <a:pt x="0" y="24542"/>
                </a:lnTo>
                <a:lnTo>
                  <a:pt x="94" y="24824"/>
                </a:lnTo>
                <a:lnTo>
                  <a:pt x="188" y="25012"/>
                </a:lnTo>
                <a:lnTo>
                  <a:pt x="752" y="25764"/>
                </a:lnTo>
                <a:lnTo>
                  <a:pt x="1505" y="26423"/>
                </a:lnTo>
                <a:lnTo>
                  <a:pt x="2163" y="26987"/>
                </a:lnTo>
                <a:lnTo>
                  <a:pt x="3009" y="27363"/>
                </a:lnTo>
                <a:lnTo>
                  <a:pt x="3855" y="27739"/>
                </a:lnTo>
                <a:lnTo>
                  <a:pt x="4701" y="28021"/>
                </a:lnTo>
                <a:lnTo>
                  <a:pt x="5642" y="28209"/>
                </a:lnTo>
                <a:lnTo>
                  <a:pt x="7522" y="28209"/>
                </a:lnTo>
                <a:lnTo>
                  <a:pt x="8463" y="28021"/>
                </a:lnTo>
                <a:lnTo>
                  <a:pt x="9309" y="27739"/>
                </a:lnTo>
                <a:lnTo>
                  <a:pt x="10155" y="27363"/>
                </a:lnTo>
                <a:lnTo>
                  <a:pt x="10907" y="26987"/>
                </a:lnTo>
                <a:lnTo>
                  <a:pt x="11659" y="26423"/>
                </a:lnTo>
                <a:lnTo>
                  <a:pt x="12318" y="25764"/>
                </a:lnTo>
                <a:lnTo>
                  <a:pt x="12976" y="25012"/>
                </a:lnTo>
                <a:lnTo>
                  <a:pt x="13070" y="24824"/>
                </a:lnTo>
                <a:lnTo>
                  <a:pt x="13164" y="24542"/>
                </a:lnTo>
                <a:lnTo>
                  <a:pt x="13164" y="24260"/>
                </a:lnTo>
                <a:lnTo>
                  <a:pt x="13070" y="24072"/>
                </a:lnTo>
                <a:lnTo>
                  <a:pt x="7898" y="13823"/>
                </a:lnTo>
                <a:lnTo>
                  <a:pt x="8369" y="13541"/>
                </a:lnTo>
                <a:lnTo>
                  <a:pt x="8745" y="13165"/>
                </a:lnTo>
                <a:lnTo>
                  <a:pt x="9027" y="12694"/>
                </a:lnTo>
                <a:lnTo>
                  <a:pt x="9215" y="12224"/>
                </a:lnTo>
                <a:lnTo>
                  <a:pt x="14292" y="12224"/>
                </a:lnTo>
                <a:lnTo>
                  <a:pt x="14574" y="12789"/>
                </a:lnTo>
                <a:lnTo>
                  <a:pt x="14950" y="13259"/>
                </a:lnTo>
                <a:lnTo>
                  <a:pt x="15421" y="13729"/>
                </a:lnTo>
                <a:lnTo>
                  <a:pt x="15985" y="14011"/>
                </a:lnTo>
                <a:lnTo>
                  <a:pt x="15985" y="29149"/>
                </a:lnTo>
                <a:lnTo>
                  <a:pt x="14104" y="29149"/>
                </a:lnTo>
                <a:lnTo>
                  <a:pt x="13728" y="29243"/>
                </a:lnTo>
                <a:lnTo>
                  <a:pt x="13446" y="29431"/>
                </a:lnTo>
                <a:lnTo>
                  <a:pt x="10625" y="32252"/>
                </a:lnTo>
                <a:lnTo>
                  <a:pt x="10437" y="32534"/>
                </a:lnTo>
                <a:lnTo>
                  <a:pt x="10343" y="32722"/>
                </a:lnTo>
                <a:lnTo>
                  <a:pt x="10343" y="33004"/>
                </a:lnTo>
                <a:lnTo>
                  <a:pt x="10437" y="33287"/>
                </a:lnTo>
                <a:lnTo>
                  <a:pt x="10531" y="33569"/>
                </a:lnTo>
                <a:lnTo>
                  <a:pt x="10719" y="33757"/>
                </a:lnTo>
                <a:lnTo>
                  <a:pt x="11001" y="33851"/>
                </a:lnTo>
                <a:lnTo>
                  <a:pt x="22849" y="33851"/>
                </a:lnTo>
                <a:lnTo>
                  <a:pt x="23037" y="33757"/>
                </a:lnTo>
                <a:lnTo>
                  <a:pt x="23319" y="33569"/>
                </a:lnTo>
                <a:lnTo>
                  <a:pt x="23413" y="33287"/>
                </a:lnTo>
                <a:lnTo>
                  <a:pt x="23507" y="33004"/>
                </a:lnTo>
                <a:lnTo>
                  <a:pt x="23507" y="32722"/>
                </a:lnTo>
                <a:lnTo>
                  <a:pt x="23413" y="32534"/>
                </a:lnTo>
                <a:lnTo>
                  <a:pt x="23225" y="32252"/>
                </a:lnTo>
                <a:lnTo>
                  <a:pt x="20404" y="29431"/>
                </a:lnTo>
                <a:lnTo>
                  <a:pt x="20122" y="29243"/>
                </a:lnTo>
                <a:lnTo>
                  <a:pt x="19746" y="29149"/>
                </a:lnTo>
                <a:lnTo>
                  <a:pt x="17865" y="29149"/>
                </a:lnTo>
                <a:lnTo>
                  <a:pt x="17865" y="14011"/>
                </a:lnTo>
                <a:lnTo>
                  <a:pt x="18429" y="13729"/>
                </a:lnTo>
                <a:lnTo>
                  <a:pt x="18900" y="13353"/>
                </a:lnTo>
                <a:lnTo>
                  <a:pt x="19276" y="12789"/>
                </a:lnTo>
                <a:lnTo>
                  <a:pt x="19558" y="12224"/>
                </a:lnTo>
                <a:lnTo>
                  <a:pt x="24635" y="12224"/>
                </a:lnTo>
                <a:lnTo>
                  <a:pt x="24823" y="12694"/>
                </a:lnTo>
                <a:lnTo>
                  <a:pt x="25105" y="13165"/>
                </a:lnTo>
                <a:lnTo>
                  <a:pt x="25482" y="13541"/>
                </a:lnTo>
                <a:lnTo>
                  <a:pt x="25952" y="13823"/>
                </a:lnTo>
                <a:lnTo>
                  <a:pt x="20780" y="24072"/>
                </a:lnTo>
                <a:lnTo>
                  <a:pt x="20686" y="24260"/>
                </a:lnTo>
                <a:lnTo>
                  <a:pt x="20686" y="24542"/>
                </a:lnTo>
                <a:lnTo>
                  <a:pt x="20780" y="24824"/>
                </a:lnTo>
                <a:lnTo>
                  <a:pt x="20874" y="25012"/>
                </a:lnTo>
                <a:lnTo>
                  <a:pt x="21438" y="25764"/>
                </a:lnTo>
                <a:lnTo>
                  <a:pt x="22191" y="26423"/>
                </a:lnTo>
                <a:lnTo>
                  <a:pt x="22849" y="26987"/>
                </a:lnTo>
                <a:lnTo>
                  <a:pt x="23695" y="27363"/>
                </a:lnTo>
                <a:lnTo>
                  <a:pt x="24541" y="27739"/>
                </a:lnTo>
                <a:lnTo>
                  <a:pt x="25388" y="28021"/>
                </a:lnTo>
                <a:lnTo>
                  <a:pt x="26328" y="28209"/>
                </a:lnTo>
                <a:lnTo>
                  <a:pt x="28208" y="28209"/>
                </a:lnTo>
                <a:lnTo>
                  <a:pt x="29149" y="28021"/>
                </a:lnTo>
                <a:lnTo>
                  <a:pt x="29995" y="27739"/>
                </a:lnTo>
                <a:lnTo>
                  <a:pt x="30841" y="27363"/>
                </a:lnTo>
                <a:lnTo>
                  <a:pt x="31593" y="26987"/>
                </a:lnTo>
                <a:lnTo>
                  <a:pt x="32346" y="26423"/>
                </a:lnTo>
                <a:lnTo>
                  <a:pt x="33004" y="25764"/>
                </a:lnTo>
                <a:lnTo>
                  <a:pt x="33662" y="25012"/>
                </a:lnTo>
                <a:lnTo>
                  <a:pt x="33850" y="24730"/>
                </a:lnTo>
                <a:lnTo>
                  <a:pt x="33850" y="24354"/>
                </a:lnTo>
                <a:lnTo>
                  <a:pt x="33756" y="24072"/>
                </a:lnTo>
                <a:lnTo>
                  <a:pt x="28584" y="13823"/>
                </a:lnTo>
                <a:lnTo>
                  <a:pt x="29243" y="13353"/>
                </a:lnTo>
                <a:lnTo>
                  <a:pt x="29619" y="12789"/>
                </a:lnTo>
                <a:lnTo>
                  <a:pt x="29995" y="12130"/>
                </a:lnTo>
                <a:lnTo>
                  <a:pt x="30089" y="11284"/>
                </a:lnTo>
                <a:lnTo>
                  <a:pt x="29995" y="10908"/>
                </a:lnTo>
                <a:lnTo>
                  <a:pt x="29807" y="10626"/>
                </a:lnTo>
                <a:lnTo>
                  <a:pt x="29525" y="10438"/>
                </a:lnTo>
                <a:lnTo>
                  <a:pt x="29149" y="10344"/>
                </a:lnTo>
                <a:lnTo>
                  <a:pt x="28773" y="10438"/>
                </a:lnTo>
                <a:lnTo>
                  <a:pt x="28490" y="10626"/>
                </a:lnTo>
                <a:lnTo>
                  <a:pt x="28302" y="10908"/>
                </a:lnTo>
                <a:lnTo>
                  <a:pt x="28208" y="11284"/>
                </a:lnTo>
                <a:lnTo>
                  <a:pt x="28114" y="11660"/>
                </a:lnTo>
                <a:lnTo>
                  <a:pt x="27926" y="11942"/>
                </a:lnTo>
                <a:lnTo>
                  <a:pt x="27644" y="12224"/>
                </a:lnTo>
                <a:lnTo>
                  <a:pt x="26892" y="12224"/>
                </a:lnTo>
                <a:lnTo>
                  <a:pt x="26610" y="11942"/>
                </a:lnTo>
                <a:lnTo>
                  <a:pt x="26422" y="11660"/>
                </a:lnTo>
                <a:lnTo>
                  <a:pt x="26328" y="11284"/>
                </a:lnTo>
                <a:lnTo>
                  <a:pt x="26234" y="10908"/>
                </a:lnTo>
                <a:lnTo>
                  <a:pt x="26046" y="10626"/>
                </a:lnTo>
                <a:lnTo>
                  <a:pt x="25764" y="10438"/>
                </a:lnTo>
                <a:lnTo>
                  <a:pt x="25388" y="10344"/>
                </a:lnTo>
                <a:lnTo>
                  <a:pt x="19558" y="10344"/>
                </a:lnTo>
                <a:lnTo>
                  <a:pt x="19276" y="9780"/>
                </a:lnTo>
                <a:lnTo>
                  <a:pt x="18900" y="9309"/>
                </a:lnTo>
                <a:lnTo>
                  <a:pt x="18429" y="8933"/>
                </a:lnTo>
                <a:lnTo>
                  <a:pt x="17865" y="8651"/>
                </a:lnTo>
                <a:lnTo>
                  <a:pt x="17865" y="6959"/>
                </a:lnTo>
                <a:lnTo>
                  <a:pt x="19464" y="5360"/>
                </a:lnTo>
                <a:lnTo>
                  <a:pt x="19652" y="5172"/>
                </a:lnTo>
                <a:lnTo>
                  <a:pt x="19746" y="4890"/>
                </a:lnTo>
                <a:lnTo>
                  <a:pt x="19746" y="4608"/>
                </a:lnTo>
                <a:lnTo>
                  <a:pt x="19652" y="4326"/>
                </a:lnTo>
                <a:lnTo>
                  <a:pt x="17771" y="565"/>
                </a:lnTo>
                <a:lnTo>
                  <a:pt x="17583" y="283"/>
                </a:lnTo>
                <a:lnTo>
                  <a:pt x="17395" y="95"/>
                </a:lnTo>
                <a:lnTo>
                  <a:pt x="1720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-125" y="47498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0" y="-50"/>
            <a:ext cx="9144000" cy="5143500"/>
          </a:xfrm>
          <a:prstGeom prst="rect">
            <a:avLst/>
          </a:prstGeom>
          <a:gradFill>
            <a:gsLst>
              <a:gs pos="0">
                <a:srgbClr val="B40036">
                  <a:alpha val="74901"/>
                </a:srgbClr>
              </a:gs>
              <a:gs pos="100000">
                <a:srgbClr val="002685">
                  <a:alpha val="74901"/>
                </a:srgbClr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1337275" y="556600"/>
            <a:ext cx="6469500" cy="7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880600" y="1477750"/>
            <a:ext cx="3583500" cy="34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▣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□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4679898" y="1477750"/>
            <a:ext cx="3583500" cy="34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▣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□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▫"/>
              <a:defRPr/>
            </a:lvl9pPr>
          </a:lstStyle>
          <a:p>
            <a:endParaRPr/>
          </a:p>
        </p:txBody>
      </p:sp>
      <p:cxnSp>
        <p:nvCxnSpPr>
          <p:cNvPr id="38" name="Google Shape;38;p6"/>
          <p:cNvCxnSpPr/>
          <p:nvPr/>
        </p:nvCxnSpPr>
        <p:spPr>
          <a:xfrm>
            <a:off x="4275600" y="925310"/>
            <a:ext cx="592800" cy="0"/>
          </a:xfrm>
          <a:prstGeom prst="straightConnector1">
            <a:avLst/>
          </a:prstGeom>
          <a:noFill/>
          <a:ln w="38100" cap="flat" cmpd="thickThin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Google Shape;39;p6"/>
          <p:cNvSpPr/>
          <p:nvPr/>
        </p:nvSpPr>
        <p:spPr>
          <a:xfrm>
            <a:off x="4376963" y="429326"/>
            <a:ext cx="390121" cy="390133"/>
          </a:xfrm>
          <a:custGeom>
            <a:avLst/>
            <a:gdLst/>
            <a:ahLst/>
            <a:cxnLst/>
            <a:rect l="l" t="t" r="r" b="b"/>
            <a:pathLst>
              <a:path w="33850" h="33851" extrusionOk="0">
                <a:moveTo>
                  <a:pt x="16925" y="3104"/>
                </a:moveTo>
                <a:lnTo>
                  <a:pt x="17677" y="4514"/>
                </a:lnTo>
                <a:lnTo>
                  <a:pt x="16925" y="5266"/>
                </a:lnTo>
                <a:lnTo>
                  <a:pt x="16173" y="4514"/>
                </a:lnTo>
                <a:lnTo>
                  <a:pt x="16925" y="3104"/>
                </a:lnTo>
                <a:close/>
                <a:moveTo>
                  <a:pt x="16925" y="10344"/>
                </a:moveTo>
                <a:lnTo>
                  <a:pt x="17301" y="10438"/>
                </a:lnTo>
                <a:lnTo>
                  <a:pt x="17583" y="10626"/>
                </a:lnTo>
                <a:lnTo>
                  <a:pt x="17771" y="10908"/>
                </a:lnTo>
                <a:lnTo>
                  <a:pt x="17865" y="11284"/>
                </a:lnTo>
                <a:lnTo>
                  <a:pt x="17771" y="11660"/>
                </a:lnTo>
                <a:lnTo>
                  <a:pt x="17583" y="11942"/>
                </a:lnTo>
                <a:lnTo>
                  <a:pt x="17301" y="12224"/>
                </a:lnTo>
                <a:lnTo>
                  <a:pt x="16549" y="12224"/>
                </a:lnTo>
                <a:lnTo>
                  <a:pt x="16267" y="11942"/>
                </a:lnTo>
                <a:lnTo>
                  <a:pt x="16079" y="11660"/>
                </a:lnTo>
                <a:lnTo>
                  <a:pt x="15985" y="11284"/>
                </a:lnTo>
                <a:lnTo>
                  <a:pt x="16079" y="10908"/>
                </a:lnTo>
                <a:lnTo>
                  <a:pt x="16267" y="10626"/>
                </a:lnTo>
                <a:lnTo>
                  <a:pt x="16549" y="10438"/>
                </a:lnTo>
                <a:lnTo>
                  <a:pt x="16925" y="10344"/>
                </a:lnTo>
                <a:close/>
                <a:moveTo>
                  <a:pt x="6582" y="15327"/>
                </a:moveTo>
                <a:lnTo>
                  <a:pt x="10719" y="23508"/>
                </a:lnTo>
                <a:lnTo>
                  <a:pt x="2445" y="23508"/>
                </a:lnTo>
                <a:lnTo>
                  <a:pt x="6582" y="15327"/>
                </a:lnTo>
                <a:close/>
                <a:moveTo>
                  <a:pt x="27268" y="15327"/>
                </a:moveTo>
                <a:lnTo>
                  <a:pt x="31405" y="23508"/>
                </a:lnTo>
                <a:lnTo>
                  <a:pt x="23131" y="23508"/>
                </a:lnTo>
                <a:lnTo>
                  <a:pt x="27268" y="15327"/>
                </a:lnTo>
                <a:close/>
                <a:moveTo>
                  <a:pt x="9779" y="25388"/>
                </a:moveTo>
                <a:lnTo>
                  <a:pt x="9027" y="25858"/>
                </a:lnTo>
                <a:lnTo>
                  <a:pt x="8274" y="26140"/>
                </a:lnTo>
                <a:lnTo>
                  <a:pt x="7428" y="26328"/>
                </a:lnTo>
                <a:lnTo>
                  <a:pt x="5736" y="26328"/>
                </a:lnTo>
                <a:lnTo>
                  <a:pt x="4890" y="26140"/>
                </a:lnTo>
                <a:lnTo>
                  <a:pt x="4043" y="25858"/>
                </a:lnTo>
                <a:lnTo>
                  <a:pt x="3291" y="25388"/>
                </a:lnTo>
                <a:close/>
                <a:moveTo>
                  <a:pt x="30465" y="25388"/>
                </a:moveTo>
                <a:lnTo>
                  <a:pt x="29713" y="25858"/>
                </a:lnTo>
                <a:lnTo>
                  <a:pt x="28961" y="26140"/>
                </a:lnTo>
                <a:lnTo>
                  <a:pt x="28114" y="26328"/>
                </a:lnTo>
                <a:lnTo>
                  <a:pt x="26422" y="26328"/>
                </a:lnTo>
                <a:lnTo>
                  <a:pt x="25576" y="26140"/>
                </a:lnTo>
                <a:lnTo>
                  <a:pt x="24729" y="25858"/>
                </a:lnTo>
                <a:lnTo>
                  <a:pt x="23977" y="25388"/>
                </a:lnTo>
                <a:close/>
                <a:moveTo>
                  <a:pt x="19370" y="31030"/>
                </a:moveTo>
                <a:lnTo>
                  <a:pt x="20310" y="31970"/>
                </a:lnTo>
                <a:lnTo>
                  <a:pt x="13540" y="31970"/>
                </a:lnTo>
                <a:lnTo>
                  <a:pt x="14480" y="31030"/>
                </a:lnTo>
                <a:close/>
                <a:moveTo>
                  <a:pt x="16643" y="1"/>
                </a:moveTo>
                <a:lnTo>
                  <a:pt x="16455" y="95"/>
                </a:lnTo>
                <a:lnTo>
                  <a:pt x="16267" y="283"/>
                </a:lnTo>
                <a:lnTo>
                  <a:pt x="16079" y="565"/>
                </a:lnTo>
                <a:lnTo>
                  <a:pt x="14198" y="4326"/>
                </a:lnTo>
                <a:lnTo>
                  <a:pt x="14104" y="4608"/>
                </a:lnTo>
                <a:lnTo>
                  <a:pt x="14104" y="4890"/>
                </a:lnTo>
                <a:lnTo>
                  <a:pt x="14198" y="5172"/>
                </a:lnTo>
                <a:lnTo>
                  <a:pt x="14386" y="5360"/>
                </a:lnTo>
                <a:lnTo>
                  <a:pt x="15985" y="6959"/>
                </a:lnTo>
                <a:lnTo>
                  <a:pt x="15985" y="8651"/>
                </a:lnTo>
                <a:lnTo>
                  <a:pt x="15421" y="8933"/>
                </a:lnTo>
                <a:lnTo>
                  <a:pt x="14950" y="9309"/>
                </a:lnTo>
                <a:lnTo>
                  <a:pt x="14574" y="9780"/>
                </a:lnTo>
                <a:lnTo>
                  <a:pt x="14292" y="10344"/>
                </a:lnTo>
                <a:lnTo>
                  <a:pt x="8463" y="10344"/>
                </a:lnTo>
                <a:lnTo>
                  <a:pt x="8086" y="10438"/>
                </a:lnTo>
                <a:lnTo>
                  <a:pt x="7804" y="10626"/>
                </a:lnTo>
                <a:lnTo>
                  <a:pt x="7616" y="10908"/>
                </a:lnTo>
                <a:lnTo>
                  <a:pt x="7522" y="11284"/>
                </a:lnTo>
                <a:lnTo>
                  <a:pt x="7428" y="11660"/>
                </a:lnTo>
                <a:lnTo>
                  <a:pt x="7240" y="11942"/>
                </a:lnTo>
                <a:lnTo>
                  <a:pt x="6958" y="12224"/>
                </a:lnTo>
                <a:lnTo>
                  <a:pt x="6206" y="12224"/>
                </a:lnTo>
                <a:lnTo>
                  <a:pt x="5924" y="11942"/>
                </a:lnTo>
                <a:lnTo>
                  <a:pt x="5736" y="11660"/>
                </a:lnTo>
                <a:lnTo>
                  <a:pt x="5642" y="11284"/>
                </a:lnTo>
                <a:lnTo>
                  <a:pt x="5548" y="10908"/>
                </a:lnTo>
                <a:lnTo>
                  <a:pt x="5360" y="10626"/>
                </a:lnTo>
                <a:lnTo>
                  <a:pt x="5078" y="10438"/>
                </a:lnTo>
                <a:lnTo>
                  <a:pt x="4701" y="10344"/>
                </a:lnTo>
                <a:lnTo>
                  <a:pt x="4325" y="10438"/>
                </a:lnTo>
                <a:lnTo>
                  <a:pt x="4043" y="10626"/>
                </a:lnTo>
                <a:lnTo>
                  <a:pt x="3855" y="10908"/>
                </a:lnTo>
                <a:lnTo>
                  <a:pt x="3761" y="11284"/>
                </a:lnTo>
                <a:lnTo>
                  <a:pt x="3855" y="12036"/>
                </a:lnTo>
                <a:lnTo>
                  <a:pt x="4137" y="12789"/>
                </a:lnTo>
                <a:lnTo>
                  <a:pt x="4607" y="13353"/>
                </a:lnTo>
                <a:lnTo>
                  <a:pt x="5172" y="13823"/>
                </a:lnTo>
                <a:lnTo>
                  <a:pt x="94" y="24072"/>
                </a:lnTo>
                <a:lnTo>
                  <a:pt x="0" y="24260"/>
                </a:lnTo>
                <a:lnTo>
                  <a:pt x="0" y="24542"/>
                </a:lnTo>
                <a:lnTo>
                  <a:pt x="94" y="24824"/>
                </a:lnTo>
                <a:lnTo>
                  <a:pt x="188" y="25012"/>
                </a:lnTo>
                <a:lnTo>
                  <a:pt x="752" y="25764"/>
                </a:lnTo>
                <a:lnTo>
                  <a:pt x="1505" y="26423"/>
                </a:lnTo>
                <a:lnTo>
                  <a:pt x="2163" y="26987"/>
                </a:lnTo>
                <a:lnTo>
                  <a:pt x="3009" y="27363"/>
                </a:lnTo>
                <a:lnTo>
                  <a:pt x="3855" y="27739"/>
                </a:lnTo>
                <a:lnTo>
                  <a:pt x="4701" y="28021"/>
                </a:lnTo>
                <a:lnTo>
                  <a:pt x="5642" y="28209"/>
                </a:lnTo>
                <a:lnTo>
                  <a:pt x="7522" y="28209"/>
                </a:lnTo>
                <a:lnTo>
                  <a:pt x="8463" y="28021"/>
                </a:lnTo>
                <a:lnTo>
                  <a:pt x="9309" y="27739"/>
                </a:lnTo>
                <a:lnTo>
                  <a:pt x="10155" y="27363"/>
                </a:lnTo>
                <a:lnTo>
                  <a:pt x="10907" y="26987"/>
                </a:lnTo>
                <a:lnTo>
                  <a:pt x="11659" y="26423"/>
                </a:lnTo>
                <a:lnTo>
                  <a:pt x="12318" y="25764"/>
                </a:lnTo>
                <a:lnTo>
                  <a:pt x="12976" y="25012"/>
                </a:lnTo>
                <a:lnTo>
                  <a:pt x="13070" y="24824"/>
                </a:lnTo>
                <a:lnTo>
                  <a:pt x="13164" y="24542"/>
                </a:lnTo>
                <a:lnTo>
                  <a:pt x="13164" y="24260"/>
                </a:lnTo>
                <a:lnTo>
                  <a:pt x="13070" y="24072"/>
                </a:lnTo>
                <a:lnTo>
                  <a:pt x="7898" y="13823"/>
                </a:lnTo>
                <a:lnTo>
                  <a:pt x="8369" y="13541"/>
                </a:lnTo>
                <a:lnTo>
                  <a:pt x="8745" y="13165"/>
                </a:lnTo>
                <a:lnTo>
                  <a:pt x="9027" y="12694"/>
                </a:lnTo>
                <a:lnTo>
                  <a:pt x="9215" y="12224"/>
                </a:lnTo>
                <a:lnTo>
                  <a:pt x="14292" y="12224"/>
                </a:lnTo>
                <a:lnTo>
                  <a:pt x="14574" y="12789"/>
                </a:lnTo>
                <a:lnTo>
                  <a:pt x="14950" y="13259"/>
                </a:lnTo>
                <a:lnTo>
                  <a:pt x="15421" y="13729"/>
                </a:lnTo>
                <a:lnTo>
                  <a:pt x="15985" y="14011"/>
                </a:lnTo>
                <a:lnTo>
                  <a:pt x="15985" y="29149"/>
                </a:lnTo>
                <a:lnTo>
                  <a:pt x="14104" y="29149"/>
                </a:lnTo>
                <a:lnTo>
                  <a:pt x="13728" y="29243"/>
                </a:lnTo>
                <a:lnTo>
                  <a:pt x="13446" y="29431"/>
                </a:lnTo>
                <a:lnTo>
                  <a:pt x="10625" y="32252"/>
                </a:lnTo>
                <a:lnTo>
                  <a:pt x="10437" y="32534"/>
                </a:lnTo>
                <a:lnTo>
                  <a:pt x="10343" y="32722"/>
                </a:lnTo>
                <a:lnTo>
                  <a:pt x="10343" y="33004"/>
                </a:lnTo>
                <a:lnTo>
                  <a:pt x="10437" y="33287"/>
                </a:lnTo>
                <a:lnTo>
                  <a:pt x="10531" y="33569"/>
                </a:lnTo>
                <a:lnTo>
                  <a:pt x="10719" y="33757"/>
                </a:lnTo>
                <a:lnTo>
                  <a:pt x="11001" y="33851"/>
                </a:lnTo>
                <a:lnTo>
                  <a:pt x="22849" y="33851"/>
                </a:lnTo>
                <a:lnTo>
                  <a:pt x="23037" y="33757"/>
                </a:lnTo>
                <a:lnTo>
                  <a:pt x="23319" y="33569"/>
                </a:lnTo>
                <a:lnTo>
                  <a:pt x="23413" y="33287"/>
                </a:lnTo>
                <a:lnTo>
                  <a:pt x="23507" y="33004"/>
                </a:lnTo>
                <a:lnTo>
                  <a:pt x="23507" y="32722"/>
                </a:lnTo>
                <a:lnTo>
                  <a:pt x="23413" y="32534"/>
                </a:lnTo>
                <a:lnTo>
                  <a:pt x="23225" y="32252"/>
                </a:lnTo>
                <a:lnTo>
                  <a:pt x="20404" y="29431"/>
                </a:lnTo>
                <a:lnTo>
                  <a:pt x="20122" y="29243"/>
                </a:lnTo>
                <a:lnTo>
                  <a:pt x="19746" y="29149"/>
                </a:lnTo>
                <a:lnTo>
                  <a:pt x="17865" y="29149"/>
                </a:lnTo>
                <a:lnTo>
                  <a:pt x="17865" y="14011"/>
                </a:lnTo>
                <a:lnTo>
                  <a:pt x="18429" y="13729"/>
                </a:lnTo>
                <a:lnTo>
                  <a:pt x="18900" y="13353"/>
                </a:lnTo>
                <a:lnTo>
                  <a:pt x="19276" y="12789"/>
                </a:lnTo>
                <a:lnTo>
                  <a:pt x="19558" y="12224"/>
                </a:lnTo>
                <a:lnTo>
                  <a:pt x="24635" y="12224"/>
                </a:lnTo>
                <a:lnTo>
                  <a:pt x="24823" y="12694"/>
                </a:lnTo>
                <a:lnTo>
                  <a:pt x="25105" y="13165"/>
                </a:lnTo>
                <a:lnTo>
                  <a:pt x="25482" y="13541"/>
                </a:lnTo>
                <a:lnTo>
                  <a:pt x="25952" y="13823"/>
                </a:lnTo>
                <a:lnTo>
                  <a:pt x="20780" y="24072"/>
                </a:lnTo>
                <a:lnTo>
                  <a:pt x="20686" y="24260"/>
                </a:lnTo>
                <a:lnTo>
                  <a:pt x="20686" y="24542"/>
                </a:lnTo>
                <a:lnTo>
                  <a:pt x="20780" y="24824"/>
                </a:lnTo>
                <a:lnTo>
                  <a:pt x="20874" y="25012"/>
                </a:lnTo>
                <a:lnTo>
                  <a:pt x="21438" y="25764"/>
                </a:lnTo>
                <a:lnTo>
                  <a:pt x="22191" y="26423"/>
                </a:lnTo>
                <a:lnTo>
                  <a:pt x="22849" y="26987"/>
                </a:lnTo>
                <a:lnTo>
                  <a:pt x="23695" y="27363"/>
                </a:lnTo>
                <a:lnTo>
                  <a:pt x="24541" y="27739"/>
                </a:lnTo>
                <a:lnTo>
                  <a:pt x="25388" y="28021"/>
                </a:lnTo>
                <a:lnTo>
                  <a:pt x="26328" y="28209"/>
                </a:lnTo>
                <a:lnTo>
                  <a:pt x="28208" y="28209"/>
                </a:lnTo>
                <a:lnTo>
                  <a:pt x="29149" y="28021"/>
                </a:lnTo>
                <a:lnTo>
                  <a:pt x="29995" y="27739"/>
                </a:lnTo>
                <a:lnTo>
                  <a:pt x="30841" y="27363"/>
                </a:lnTo>
                <a:lnTo>
                  <a:pt x="31593" y="26987"/>
                </a:lnTo>
                <a:lnTo>
                  <a:pt x="32346" y="26423"/>
                </a:lnTo>
                <a:lnTo>
                  <a:pt x="33004" y="25764"/>
                </a:lnTo>
                <a:lnTo>
                  <a:pt x="33662" y="25012"/>
                </a:lnTo>
                <a:lnTo>
                  <a:pt x="33850" y="24730"/>
                </a:lnTo>
                <a:lnTo>
                  <a:pt x="33850" y="24354"/>
                </a:lnTo>
                <a:lnTo>
                  <a:pt x="33756" y="24072"/>
                </a:lnTo>
                <a:lnTo>
                  <a:pt x="28584" y="13823"/>
                </a:lnTo>
                <a:lnTo>
                  <a:pt x="29243" y="13353"/>
                </a:lnTo>
                <a:lnTo>
                  <a:pt x="29619" y="12789"/>
                </a:lnTo>
                <a:lnTo>
                  <a:pt x="29995" y="12130"/>
                </a:lnTo>
                <a:lnTo>
                  <a:pt x="30089" y="11284"/>
                </a:lnTo>
                <a:lnTo>
                  <a:pt x="29995" y="10908"/>
                </a:lnTo>
                <a:lnTo>
                  <a:pt x="29807" y="10626"/>
                </a:lnTo>
                <a:lnTo>
                  <a:pt x="29525" y="10438"/>
                </a:lnTo>
                <a:lnTo>
                  <a:pt x="29149" y="10344"/>
                </a:lnTo>
                <a:lnTo>
                  <a:pt x="28773" y="10438"/>
                </a:lnTo>
                <a:lnTo>
                  <a:pt x="28490" y="10626"/>
                </a:lnTo>
                <a:lnTo>
                  <a:pt x="28302" y="10908"/>
                </a:lnTo>
                <a:lnTo>
                  <a:pt x="28208" y="11284"/>
                </a:lnTo>
                <a:lnTo>
                  <a:pt x="28114" y="11660"/>
                </a:lnTo>
                <a:lnTo>
                  <a:pt x="27926" y="11942"/>
                </a:lnTo>
                <a:lnTo>
                  <a:pt x="27644" y="12224"/>
                </a:lnTo>
                <a:lnTo>
                  <a:pt x="26892" y="12224"/>
                </a:lnTo>
                <a:lnTo>
                  <a:pt x="26610" y="11942"/>
                </a:lnTo>
                <a:lnTo>
                  <a:pt x="26422" y="11660"/>
                </a:lnTo>
                <a:lnTo>
                  <a:pt x="26328" y="11284"/>
                </a:lnTo>
                <a:lnTo>
                  <a:pt x="26234" y="10908"/>
                </a:lnTo>
                <a:lnTo>
                  <a:pt x="26046" y="10626"/>
                </a:lnTo>
                <a:lnTo>
                  <a:pt x="25764" y="10438"/>
                </a:lnTo>
                <a:lnTo>
                  <a:pt x="25388" y="10344"/>
                </a:lnTo>
                <a:lnTo>
                  <a:pt x="19558" y="10344"/>
                </a:lnTo>
                <a:lnTo>
                  <a:pt x="19276" y="9780"/>
                </a:lnTo>
                <a:lnTo>
                  <a:pt x="18900" y="9309"/>
                </a:lnTo>
                <a:lnTo>
                  <a:pt x="18429" y="8933"/>
                </a:lnTo>
                <a:lnTo>
                  <a:pt x="17865" y="8651"/>
                </a:lnTo>
                <a:lnTo>
                  <a:pt x="17865" y="6959"/>
                </a:lnTo>
                <a:lnTo>
                  <a:pt x="19464" y="5360"/>
                </a:lnTo>
                <a:lnTo>
                  <a:pt x="19652" y="5172"/>
                </a:lnTo>
                <a:lnTo>
                  <a:pt x="19746" y="4890"/>
                </a:lnTo>
                <a:lnTo>
                  <a:pt x="19746" y="4608"/>
                </a:lnTo>
                <a:lnTo>
                  <a:pt x="19652" y="4326"/>
                </a:lnTo>
                <a:lnTo>
                  <a:pt x="17771" y="565"/>
                </a:lnTo>
                <a:lnTo>
                  <a:pt x="17583" y="283"/>
                </a:lnTo>
                <a:lnTo>
                  <a:pt x="17395" y="95"/>
                </a:lnTo>
                <a:lnTo>
                  <a:pt x="1720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-125" y="47498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/>
          <p:nvPr/>
        </p:nvSpPr>
        <p:spPr>
          <a:xfrm>
            <a:off x="0" y="-50"/>
            <a:ext cx="9144000" cy="5143500"/>
          </a:xfrm>
          <a:prstGeom prst="rect">
            <a:avLst/>
          </a:prstGeom>
          <a:gradFill>
            <a:gsLst>
              <a:gs pos="0">
                <a:srgbClr val="B40036">
                  <a:alpha val="74901"/>
                </a:srgbClr>
              </a:gs>
              <a:gs pos="100000">
                <a:srgbClr val="002685">
                  <a:alpha val="74901"/>
                </a:srgbClr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1337275" y="556600"/>
            <a:ext cx="6469500" cy="7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cxnSp>
        <p:nvCxnSpPr>
          <p:cNvPr id="53" name="Google Shape;53;p8"/>
          <p:cNvCxnSpPr/>
          <p:nvPr/>
        </p:nvCxnSpPr>
        <p:spPr>
          <a:xfrm>
            <a:off x="4275600" y="925310"/>
            <a:ext cx="592800" cy="0"/>
          </a:xfrm>
          <a:prstGeom prst="straightConnector1">
            <a:avLst/>
          </a:prstGeom>
          <a:noFill/>
          <a:ln w="38100" cap="flat" cmpd="thickThin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" name="Google Shape;54;p8"/>
          <p:cNvSpPr/>
          <p:nvPr/>
        </p:nvSpPr>
        <p:spPr>
          <a:xfrm>
            <a:off x="4376963" y="429326"/>
            <a:ext cx="390121" cy="390133"/>
          </a:xfrm>
          <a:custGeom>
            <a:avLst/>
            <a:gdLst/>
            <a:ahLst/>
            <a:cxnLst/>
            <a:rect l="l" t="t" r="r" b="b"/>
            <a:pathLst>
              <a:path w="33850" h="33851" extrusionOk="0">
                <a:moveTo>
                  <a:pt x="16925" y="3104"/>
                </a:moveTo>
                <a:lnTo>
                  <a:pt x="17677" y="4514"/>
                </a:lnTo>
                <a:lnTo>
                  <a:pt x="16925" y="5266"/>
                </a:lnTo>
                <a:lnTo>
                  <a:pt x="16173" y="4514"/>
                </a:lnTo>
                <a:lnTo>
                  <a:pt x="16925" y="3104"/>
                </a:lnTo>
                <a:close/>
                <a:moveTo>
                  <a:pt x="16925" y="10344"/>
                </a:moveTo>
                <a:lnTo>
                  <a:pt x="17301" y="10438"/>
                </a:lnTo>
                <a:lnTo>
                  <a:pt x="17583" y="10626"/>
                </a:lnTo>
                <a:lnTo>
                  <a:pt x="17771" y="10908"/>
                </a:lnTo>
                <a:lnTo>
                  <a:pt x="17865" y="11284"/>
                </a:lnTo>
                <a:lnTo>
                  <a:pt x="17771" y="11660"/>
                </a:lnTo>
                <a:lnTo>
                  <a:pt x="17583" y="11942"/>
                </a:lnTo>
                <a:lnTo>
                  <a:pt x="17301" y="12224"/>
                </a:lnTo>
                <a:lnTo>
                  <a:pt x="16549" y="12224"/>
                </a:lnTo>
                <a:lnTo>
                  <a:pt x="16267" y="11942"/>
                </a:lnTo>
                <a:lnTo>
                  <a:pt x="16079" y="11660"/>
                </a:lnTo>
                <a:lnTo>
                  <a:pt x="15985" y="11284"/>
                </a:lnTo>
                <a:lnTo>
                  <a:pt x="16079" y="10908"/>
                </a:lnTo>
                <a:lnTo>
                  <a:pt x="16267" y="10626"/>
                </a:lnTo>
                <a:lnTo>
                  <a:pt x="16549" y="10438"/>
                </a:lnTo>
                <a:lnTo>
                  <a:pt x="16925" y="10344"/>
                </a:lnTo>
                <a:close/>
                <a:moveTo>
                  <a:pt x="6582" y="15327"/>
                </a:moveTo>
                <a:lnTo>
                  <a:pt x="10719" y="23508"/>
                </a:lnTo>
                <a:lnTo>
                  <a:pt x="2445" y="23508"/>
                </a:lnTo>
                <a:lnTo>
                  <a:pt x="6582" y="15327"/>
                </a:lnTo>
                <a:close/>
                <a:moveTo>
                  <a:pt x="27268" y="15327"/>
                </a:moveTo>
                <a:lnTo>
                  <a:pt x="31405" y="23508"/>
                </a:lnTo>
                <a:lnTo>
                  <a:pt x="23131" y="23508"/>
                </a:lnTo>
                <a:lnTo>
                  <a:pt x="27268" y="15327"/>
                </a:lnTo>
                <a:close/>
                <a:moveTo>
                  <a:pt x="9779" y="25388"/>
                </a:moveTo>
                <a:lnTo>
                  <a:pt x="9027" y="25858"/>
                </a:lnTo>
                <a:lnTo>
                  <a:pt x="8274" y="26140"/>
                </a:lnTo>
                <a:lnTo>
                  <a:pt x="7428" y="26328"/>
                </a:lnTo>
                <a:lnTo>
                  <a:pt x="5736" y="26328"/>
                </a:lnTo>
                <a:lnTo>
                  <a:pt x="4890" y="26140"/>
                </a:lnTo>
                <a:lnTo>
                  <a:pt x="4043" y="25858"/>
                </a:lnTo>
                <a:lnTo>
                  <a:pt x="3291" y="25388"/>
                </a:lnTo>
                <a:close/>
                <a:moveTo>
                  <a:pt x="30465" y="25388"/>
                </a:moveTo>
                <a:lnTo>
                  <a:pt x="29713" y="25858"/>
                </a:lnTo>
                <a:lnTo>
                  <a:pt x="28961" y="26140"/>
                </a:lnTo>
                <a:lnTo>
                  <a:pt x="28114" y="26328"/>
                </a:lnTo>
                <a:lnTo>
                  <a:pt x="26422" y="26328"/>
                </a:lnTo>
                <a:lnTo>
                  <a:pt x="25576" y="26140"/>
                </a:lnTo>
                <a:lnTo>
                  <a:pt x="24729" y="25858"/>
                </a:lnTo>
                <a:lnTo>
                  <a:pt x="23977" y="25388"/>
                </a:lnTo>
                <a:close/>
                <a:moveTo>
                  <a:pt x="19370" y="31030"/>
                </a:moveTo>
                <a:lnTo>
                  <a:pt x="20310" y="31970"/>
                </a:lnTo>
                <a:lnTo>
                  <a:pt x="13540" y="31970"/>
                </a:lnTo>
                <a:lnTo>
                  <a:pt x="14480" y="31030"/>
                </a:lnTo>
                <a:close/>
                <a:moveTo>
                  <a:pt x="16643" y="1"/>
                </a:moveTo>
                <a:lnTo>
                  <a:pt x="16455" y="95"/>
                </a:lnTo>
                <a:lnTo>
                  <a:pt x="16267" y="283"/>
                </a:lnTo>
                <a:lnTo>
                  <a:pt x="16079" y="565"/>
                </a:lnTo>
                <a:lnTo>
                  <a:pt x="14198" y="4326"/>
                </a:lnTo>
                <a:lnTo>
                  <a:pt x="14104" y="4608"/>
                </a:lnTo>
                <a:lnTo>
                  <a:pt x="14104" y="4890"/>
                </a:lnTo>
                <a:lnTo>
                  <a:pt x="14198" y="5172"/>
                </a:lnTo>
                <a:lnTo>
                  <a:pt x="14386" y="5360"/>
                </a:lnTo>
                <a:lnTo>
                  <a:pt x="15985" y="6959"/>
                </a:lnTo>
                <a:lnTo>
                  <a:pt x="15985" y="8651"/>
                </a:lnTo>
                <a:lnTo>
                  <a:pt x="15421" y="8933"/>
                </a:lnTo>
                <a:lnTo>
                  <a:pt x="14950" y="9309"/>
                </a:lnTo>
                <a:lnTo>
                  <a:pt x="14574" y="9780"/>
                </a:lnTo>
                <a:lnTo>
                  <a:pt x="14292" y="10344"/>
                </a:lnTo>
                <a:lnTo>
                  <a:pt x="8463" y="10344"/>
                </a:lnTo>
                <a:lnTo>
                  <a:pt x="8086" y="10438"/>
                </a:lnTo>
                <a:lnTo>
                  <a:pt x="7804" y="10626"/>
                </a:lnTo>
                <a:lnTo>
                  <a:pt x="7616" y="10908"/>
                </a:lnTo>
                <a:lnTo>
                  <a:pt x="7522" y="11284"/>
                </a:lnTo>
                <a:lnTo>
                  <a:pt x="7428" y="11660"/>
                </a:lnTo>
                <a:lnTo>
                  <a:pt x="7240" y="11942"/>
                </a:lnTo>
                <a:lnTo>
                  <a:pt x="6958" y="12224"/>
                </a:lnTo>
                <a:lnTo>
                  <a:pt x="6206" y="12224"/>
                </a:lnTo>
                <a:lnTo>
                  <a:pt x="5924" y="11942"/>
                </a:lnTo>
                <a:lnTo>
                  <a:pt x="5736" y="11660"/>
                </a:lnTo>
                <a:lnTo>
                  <a:pt x="5642" y="11284"/>
                </a:lnTo>
                <a:lnTo>
                  <a:pt x="5548" y="10908"/>
                </a:lnTo>
                <a:lnTo>
                  <a:pt x="5360" y="10626"/>
                </a:lnTo>
                <a:lnTo>
                  <a:pt x="5078" y="10438"/>
                </a:lnTo>
                <a:lnTo>
                  <a:pt x="4701" y="10344"/>
                </a:lnTo>
                <a:lnTo>
                  <a:pt x="4325" y="10438"/>
                </a:lnTo>
                <a:lnTo>
                  <a:pt x="4043" y="10626"/>
                </a:lnTo>
                <a:lnTo>
                  <a:pt x="3855" y="10908"/>
                </a:lnTo>
                <a:lnTo>
                  <a:pt x="3761" y="11284"/>
                </a:lnTo>
                <a:lnTo>
                  <a:pt x="3855" y="12036"/>
                </a:lnTo>
                <a:lnTo>
                  <a:pt x="4137" y="12789"/>
                </a:lnTo>
                <a:lnTo>
                  <a:pt x="4607" y="13353"/>
                </a:lnTo>
                <a:lnTo>
                  <a:pt x="5172" y="13823"/>
                </a:lnTo>
                <a:lnTo>
                  <a:pt x="94" y="24072"/>
                </a:lnTo>
                <a:lnTo>
                  <a:pt x="0" y="24260"/>
                </a:lnTo>
                <a:lnTo>
                  <a:pt x="0" y="24542"/>
                </a:lnTo>
                <a:lnTo>
                  <a:pt x="94" y="24824"/>
                </a:lnTo>
                <a:lnTo>
                  <a:pt x="188" y="25012"/>
                </a:lnTo>
                <a:lnTo>
                  <a:pt x="752" y="25764"/>
                </a:lnTo>
                <a:lnTo>
                  <a:pt x="1505" y="26423"/>
                </a:lnTo>
                <a:lnTo>
                  <a:pt x="2163" y="26987"/>
                </a:lnTo>
                <a:lnTo>
                  <a:pt x="3009" y="27363"/>
                </a:lnTo>
                <a:lnTo>
                  <a:pt x="3855" y="27739"/>
                </a:lnTo>
                <a:lnTo>
                  <a:pt x="4701" y="28021"/>
                </a:lnTo>
                <a:lnTo>
                  <a:pt x="5642" y="28209"/>
                </a:lnTo>
                <a:lnTo>
                  <a:pt x="7522" y="28209"/>
                </a:lnTo>
                <a:lnTo>
                  <a:pt x="8463" y="28021"/>
                </a:lnTo>
                <a:lnTo>
                  <a:pt x="9309" y="27739"/>
                </a:lnTo>
                <a:lnTo>
                  <a:pt x="10155" y="27363"/>
                </a:lnTo>
                <a:lnTo>
                  <a:pt x="10907" y="26987"/>
                </a:lnTo>
                <a:lnTo>
                  <a:pt x="11659" y="26423"/>
                </a:lnTo>
                <a:lnTo>
                  <a:pt x="12318" y="25764"/>
                </a:lnTo>
                <a:lnTo>
                  <a:pt x="12976" y="25012"/>
                </a:lnTo>
                <a:lnTo>
                  <a:pt x="13070" y="24824"/>
                </a:lnTo>
                <a:lnTo>
                  <a:pt x="13164" y="24542"/>
                </a:lnTo>
                <a:lnTo>
                  <a:pt x="13164" y="24260"/>
                </a:lnTo>
                <a:lnTo>
                  <a:pt x="13070" y="24072"/>
                </a:lnTo>
                <a:lnTo>
                  <a:pt x="7898" y="13823"/>
                </a:lnTo>
                <a:lnTo>
                  <a:pt x="8369" y="13541"/>
                </a:lnTo>
                <a:lnTo>
                  <a:pt x="8745" y="13165"/>
                </a:lnTo>
                <a:lnTo>
                  <a:pt x="9027" y="12694"/>
                </a:lnTo>
                <a:lnTo>
                  <a:pt x="9215" y="12224"/>
                </a:lnTo>
                <a:lnTo>
                  <a:pt x="14292" y="12224"/>
                </a:lnTo>
                <a:lnTo>
                  <a:pt x="14574" y="12789"/>
                </a:lnTo>
                <a:lnTo>
                  <a:pt x="14950" y="13259"/>
                </a:lnTo>
                <a:lnTo>
                  <a:pt x="15421" y="13729"/>
                </a:lnTo>
                <a:lnTo>
                  <a:pt x="15985" y="14011"/>
                </a:lnTo>
                <a:lnTo>
                  <a:pt x="15985" y="29149"/>
                </a:lnTo>
                <a:lnTo>
                  <a:pt x="14104" y="29149"/>
                </a:lnTo>
                <a:lnTo>
                  <a:pt x="13728" y="29243"/>
                </a:lnTo>
                <a:lnTo>
                  <a:pt x="13446" y="29431"/>
                </a:lnTo>
                <a:lnTo>
                  <a:pt x="10625" y="32252"/>
                </a:lnTo>
                <a:lnTo>
                  <a:pt x="10437" y="32534"/>
                </a:lnTo>
                <a:lnTo>
                  <a:pt x="10343" y="32722"/>
                </a:lnTo>
                <a:lnTo>
                  <a:pt x="10343" y="33004"/>
                </a:lnTo>
                <a:lnTo>
                  <a:pt x="10437" y="33287"/>
                </a:lnTo>
                <a:lnTo>
                  <a:pt x="10531" y="33569"/>
                </a:lnTo>
                <a:lnTo>
                  <a:pt x="10719" y="33757"/>
                </a:lnTo>
                <a:lnTo>
                  <a:pt x="11001" y="33851"/>
                </a:lnTo>
                <a:lnTo>
                  <a:pt x="22849" y="33851"/>
                </a:lnTo>
                <a:lnTo>
                  <a:pt x="23037" y="33757"/>
                </a:lnTo>
                <a:lnTo>
                  <a:pt x="23319" y="33569"/>
                </a:lnTo>
                <a:lnTo>
                  <a:pt x="23413" y="33287"/>
                </a:lnTo>
                <a:lnTo>
                  <a:pt x="23507" y="33004"/>
                </a:lnTo>
                <a:lnTo>
                  <a:pt x="23507" y="32722"/>
                </a:lnTo>
                <a:lnTo>
                  <a:pt x="23413" y="32534"/>
                </a:lnTo>
                <a:lnTo>
                  <a:pt x="23225" y="32252"/>
                </a:lnTo>
                <a:lnTo>
                  <a:pt x="20404" y="29431"/>
                </a:lnTo>
                <a:lnTo>
                  <a:pt x="20122" y="29243"/>
                </a:lnTo>
                <a:lnTo>
                  <a:pt x="19746" y="29149"/>
                </a:lnTo>
                <a:lnTo>
                  <a:pt x="17865" y="29149"/>
                </a:lnTo>
                <a:lnTo>
                  <a:pt x="17865" y="14011"/>
                </a:lnTo>
                <a:lnTo>
                  <a:pt x="18429" y="13729"/>
                </a:lnTo>
                <a:lnTo>
                  <a:pt x="18900" y="13353"/>
                </a:lnTo>
                <a:lnTo>
                  <a:pt x="19276" y="12789"/>
                </a:lnTo>
                <a:lnTo>
                  <a:pt x="19558" y="12224"/>
                </a:lnTo>
                <a:lnTo>
                  <a:pt x="24635" y="12224"/>
                </a:lnTo>
                <a:lnTo>
                  <a:pt x="24823" y="12694"/>
                </a:lnTo>
                <a:lnTo>
                  <a:pt x="25105" y="13165"/>
                </a:lnTo>
                <a:lnTo>
                  <a:pt x="25482" y="13541"/>
                </a:lnTo>
                <a:lnTo>
                  <a:pt x="25952" y="13823"/>
                </a:lnTo>
                <a:lnTo>
                  <a:pt x="20780" y="24072"/>
                </a:lnTo>
                <a:lnTo>
                  <a:pt x="20686" y="24260"/>
                </a:lnTo>
                <a:lnTo>
                  <a:pt x="20686" y="24542"/>
                </a:lnTo>
                <a:lnTo>
                  <a:pt x="20780" y="24824"/>
                </a:lnTo>
                <a:lnTo>
                  <a:pt x="20874" y="25012"/>
                </a:lnTo>
                <a:lnTo>
                  <a:pt x="21438" y="25764"/>
                </a:lnTo>
                <a:lnTo>
                  <a:pt x="22191" y="26423"/>
                </a:lnTo>
                <a:lnTo>
                  <a:pt x="22849" y="26987"/>
                </a:lnTo>
                <a:lnTo>
                  <a:pt x="23695" y="27363"/>
                </a:lnTo>
                <a:lnTo>
                  <a:pt x="24541" y="27739"/>
                </a:lnTo>
                <a:lnTo>
                  <a:pt x="25388" y="28021"/>
                </a:lnTo>
                <a:lnTo>
                  <a:pt x="26328" y="28209"/>
                </a:lnTo>
                <a:lnTo>
                  <a:pt x="28208" y="28209"/>
                </a:lnTo>
                <a:lnTo>
                  <a:pt x="29149" y="28021"/>
                </a:lnTo>
                <a:lnTo>
                  <a:pt x="29995" y="27739"/>
                </a:lnTo>
                <a:lnTo>
                  <a:pt x="30841" y="27363"/>
                </a:lnTo>
                <a:lnTo>
                  <a:pt x="31593" y="26987"/>
                </a:lnTo>
                <a:lnTo>
                  <a:pt x="32346" y="26423"/>
                </a:lnTo>
                <a:lnTo>
                  <a:pt x="33004" y="25764"/>
                </a:lnTo>
                <a:lnTo>
                  <a:pt x="33662" y="25012"/>
                </a:lnTo>
                <a:lnTo>
                  <a:pt x="33850" y="24730"/>
                </a:lnTo>
                <a:lnTo>
                  <a:pt x="33850" y="24354"/>
                </a:lnTo>
                <a:lnTo>
                  <a:pt x="33756" y="24072"/>
                </a:lnTo>
                <a:lnTo>
                  <a:pt x="28584" y="13823"/>
                </a:lnTo>
                <a:lnTo>
                  <a:pt x="29243" y="13353"/>
                </a:lnTo>
                <a:lnTo>
                  <a:pt x="29619" y="12789"/>
                </a:lnTo>
                <a:lnTo>
                  <a:pt x="29995" y="12130"/>
                </a:lnTo>
                <a:lnTo>
                  <a:pt x="30089" y="11284"/>
                </a:lnTo>
                <a:lnTo>
                  <a:pt x="29995" y="10908"/>
                </a:lnTo>
                <a:lnTo>
                  <a:pt x="29807" y="10626"/>
                </a:lnTo>
                <a:lnTo>
                  <a:pt x="29525" y="10438"/>
                </a:lnTo>
                <a:lnTo>
                  <a:pt x="29149" y="10344"/>
                </a:lnTo>
                <a:lnTo>
                  <a:pt x="28773" y="10438"/>
                </a:lnTo>
                <a:lnTo>
                  <a:pt x="28490" y="10626"/>
                </a:lnTo>
                <a:lnTo>
                  <a:pt x="28302" y="10908"/>
                </a:lnTo>
                <a:lnTo>
                  <a:pt x="28208" y="11284"/>
                </a:lnTo>
                <a:lnTo>
                  <a:pt x="28114" y="11660"/>
                </a:lnTo>
                <a:lnTo>
                  <a:pt x="27926" y="11942"/>
                </a:lnTo>
                <a:lnTo>
                  <a:pt x="27644" y="12224"/>
                </a:lnTo>
                <a:lnTo>
                  <a:pt x="26892" y="12224"/>
                </a:lnTo>
                <a:lnTo>
                  <a:pt x="26610" y="11942"/>
                </a:lnTo>
                <a:lnTo>
                  <a:pt x="26422" y="11660"/>
                </a:lnTo>
                <a:lnTo>
                  <a:pt x="26328" y="11284"/>
                </a:lnTo>
                <a:lnTo>
                  <a:pt x="26234" y="10908"/>
                </a:lnTo>
                <a:lnTo>
                  <a:pt x="26046" y="10626"/>
                </a:lnTo>
                <a:lnTo>
                  <a:pt x="25764" y="10438"/>
                </a:lnTo>
                <a:lnTo>
                  <a:pt x="25388" y="10344"/>
                </a:lnTo>
                <a:lnTo>
                  <a:pt x="19558" y="10344"/>
                </a:lnTo>
                <a:lnTo>
                  <a:pt x="19276" y="9780"/>
                </a:lnTo>
                <a:lnTo>
                  <a:pt x="18900" y="9309"/>
                </a:lnTo>
                <a:lnTo>
                  <a:pt x="18429" y="8933"/>
                </a:lnTo>
                <a:lnTo>
                  <a:pt x="17865" y="8651"/>
                </a:lnTo>
                <a:lnTo>
                  <a:pt x="17865" y="6959"/>
                </a:lnTo>
                <a:lnTo>
                  <a:pt x="19464" y="5360"/>
                </a:lnTo>
                <a:lnTo>
                  <a:pt x="19652" y="5172"/>
                </a:lnTo>
                <a:lnTo>
                  <a:pt x="19746" y="4890"/>
                </a:lnTo>
                <a:lnTo>
                  <a:pt x="19746" y="4608"/>
                </a:lnTo>
                <a:lnTo>
                  <a:pt x="19652" y="4326"/>
                </a:lnTo>
                <a:lnTo>
                  <a:pt x="17771" y="565"/>
                </a:lnTo>
                <a:lnTo>
                  <a:pt x="17583" y="283"/>
                </a:lnTo>
                <a:lnTo>
                  <a:pt x="17395" y="95"/>
                </a:lnTo>
                <a:lnTo>
                  <a:pt x="1720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-125" y="47498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/>
          <p:nvPr/>
        </p:nvSpPr>
        <p:spPr>
          <a:xfrm>
            <a:off x="0" y="-50"/>
            <a:ext cx="9144000" cy="5143500"/>
          </a:xfrm>
          <a:prstGeom prst="rect">
            <a:avLst/>
          </a:prstGeom>
          <a:gradFill>
            <a:gsLst>
              <a:gs pos="0">
                <a:srgbClr val="B40036">
                  <a:alpha val="74901"/>
                </a:srgbClr>
              </a:gs>
              <a:gs pos="100000">
                <a:srgbClr val="002685">
                  <a:alpha val="74901"/>
                </a:srgbClr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-125" y="47498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>
  <p:cSld name="BLANK_1">
    <p:bg>
      <p:bgPr>
        <a:gradFill>
          <a:gsLst>
            <a:gs pos="0">
              <a:srgbClr val="B40036">
                <a:alpha val="74901"/>
              </a:srgbClr>
            </a:gs>
            <a:gs pos="100000">
              <a:srgbClr val="002685">
                <a:alpha val="74901"/>
              </a:srgbClr>
            </a:gs>
          </a:gsLst>
          <a:lin ang="18900732" scaled="0"/>
        </a:gra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-125" y="47498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337275" y="556600"/>
            <a:ext cx="6469500" cy="7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inzel"/>
              <a:buNone/>
              <a:defRPr sz="1800">
                <a:solidFill>
                  <a:schemeClr val="lt1"/>
                </a:solidFill>
                <a:latin typeface="Cinzel"/>
                <a:ea typeface="Cinzel"/>
                <a:cs typeface="Cinzel"/>
                <a:sym typeface="Cinz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inzel"/>
              <a:buNone/>
              <a:defRPr sz="3600">
                <a:solidFill>
                  <a:schemeClr val="lt1"/>
                </a:solidFill>
                <a:latin typeface="Cinzel"/>
                <a:ea typeface="Cinzel"/>
                <a:cs typeface="Cinzel"/>
                <a:sym typeface="Cinz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inzel"/>
              <a:buNone/>
              <a:defRPr sz="3600">
                <a:solidFill>
                  <a:schemeClr val="lt1"/>
                </a:solidFill>
                <a:latin typeface="Cinzel"/>
                <a:ea typeface="Cinzel"/>
                <a:cs typeface="Cinzel"/>
                <a:sym typeface="Cinz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inzel"/>
              <a:buNone/>
              <a:defRPr sz="3600">
                <a:solidFill>
                  <a:schemeClr val="lt1"/>
                </a:solidFill>
                <a:latin typeface="Cinzel"/>
                <a:ea typeface="Cinzel"/>
                <a:cs typeface="Cinzel"/>
                <a:sym typeface="Cinz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inzel"/>
              <a:buNone/>
              <a:defRPr sz="3600">
                <a:solidFill>
                  <a:schemeClr val="lt1"/>
                </a:solidFill>
                <a:latin typeface="Cinzel"/>
                <a:ea typeface="Cinzel"/>
                <a:cs typeface="Cinzel"/>
                <a:sym typeface="Cinz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inzel"/>
              <a:buNone/>
              <a:defRPr sz="3600">
                <a:solidFill>
                  <a:schemeClr val="lt1"/>
                </a:solidFill>
                <a:latin typeface="Cinzel"/>
                <a:ea typeface="Cinzel"/>
                <a:cs typeface="Cinzel"/>
                <a:sym typeface="Cinz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inzel"/>
              <a:buNone/>
              <a:defRPr sz="3600">
                <a:solidFill>
                  <a:schemeClr val="lt1"/>
                </a:solidFill>
                <a:latin typeface="Cinzel"/>
                <a:ea typeface="Cinzel"/>
                <a:cs typeface="Cinzel"/>
                <a:sym typeface="Cinz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inzel"/>
              <a:buNone/>
              <a:defRPr sz="3600">
                <a:solidFill>
                  <a:schemeClr val="lt1"/>
                </a:solidFill>
                <a:latin typeface="Cinzel"/>
                <a:ea typeface="Cinzel"/>
                <a:cs typeface="Cinzel"/>
                <a:sym typeface="Cinz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inzel"/>
              <a:buNone/>
              <a:defRPr sz="3600">
                <a:solidFill>
                  <a:schemeClr val="lt1"/>
                </a:solidFill>
                <a:latin typeface="Cinzel"/>
                <a:ea typeface="Cinzel"/>
                <a:cs typeface="Cinzel"/>
                <a:sym typeface="Cinze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337275" y="1476919"/>
            <a:ext cx="6469500" cy="3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ibre Baskerville"/>
              <a:buChar char="▣"/>
              <a:defRPr sz="1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ibre Baskerville"/>
              <a:buChar char="□"/>
              <a:defRPr sz="1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ibre Baskerville"/>
              <a:buChar char="▪"/>
              <a:defRPr sz="1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ibre Baskerville"/>
              <a:buChar char="▪"/>
              <a:defRPr sz="1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ibre Baskerville"/>
              <a:buChar char="▪"/>
              <a:defRPr sz="1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ibre Baskerville"/>
              <a:buChar char="▫"/>
              <a:defRPr sz="1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ibre Baskerville"/>
              <a:buChar char="▫"/>
              <a:defRPr sz="1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ibre Baskerville"/>
              <a:buChar char="▫"/>
              <a:defRPr sz="1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ibre Baskerville"/>
              <a:buChar char="▫"/>
              <a:defRPr sz="1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-125" y="474985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100">
                <a:solidFill>
                  <a:schemeClr val="lt1"/>
                </a:solidFill>
                <a:latin typeface="Cinzel"/>
                <a:ea typeface="Cinzel"/>
                <a:cs typeface="Cinzel"/>
                <a:sym typeface="Cinzel"/>
              </a:defRPr>
            </a:lvl1pPr>
            <a:lvl2pPr lvl="1" algn="ctr">
              <a:buNone/>
              <a:defRPr sz="1100">
                <a:solidFill>
                  <a:schemeClr val="lt1"/>
                </a:solidFill>
                <a:latin typeface="Cinzel"/>
                <a:ea typeface="Cinzel"/>
                <a:cs typeface="Cinzel"/>
                <a:sym typeface="Cinzel"/>
              </a:defRPr>
            </a:lvl2pPr>
            <a:lvl3pPr lvl="2" algn="ctr">
              <a:buNone/>
              <a:defRPr sz="1100">
                <a:solidFill>
                  <a:schemeClr val="lt1"/>
                </a:solidFill>
                <a:latin typeface="Cinzel"/>
                <a:ea typeface="Cinzel"/>
                <a:cs typeface="Cinzel"/>
                <a:sym typeface="Cinzel"/>
              </a:defRPr>
            </a:lvl3pPr>
            <a:lvl4pPr lvl="3" algn="ctr">
              <a:buNone/>
              <a:defRPr sz="1100">
                <a:solidFill>
                  <a:schemeClr val="lt1"/>
                </a:solidFill>
                <a:latin typeface="Cinzel"/>
                <a:ea typeface="Cinzel"/>
                <a:cs typeface="Cinzel"/>
                <a:sym typeface="Cinzel"/>
              </a:defRPr>
            </a:lvl4pPr>
            <a:lvl5pPr lvl="4" algn="ctr">
              <a:buNone/>
              <a:defRPr sz="1100">
                <a:solidFill>
                  <a:schemeClr val="lt1"/>
                </a:solidFill>
                <a:latin typeface="Cinzel"/>
                <a:ea typeface="Cinzel"/>
                <a:cs typeface="Cinzel"/>
                <a:sym typeface="Cinzel"/>
              </a:defRPr>
            </a:lvl5pPr>
            <a:lvl6pPr lvl="5" algn="ctr">
              <a:buNone/>
              <a:defRPr sz="1100">
                <a:solidFill>
                  <a:schemeClr val="lt1"/>
                </a:solidFill>
                <a:latin typeface="Cinzel"/>
                <a:ea typeface="Cinzel"/>
                <a:cs typeface="Cinzel"/>
                <a:sym typeface="Cinzel"/>
              </a:defRPr>
            </a:lvl6pPr>
            <a:lvl7pPr lvl="6" algn="ctr">
              <a:buNone/>
              <a:defRPr sz="1100">
                <a:solidFill>
                  <a:schemeClr val="lt1"/>
                </a:solidFill>
                <a:latin typeface="Cinzel"/>
                <a:ea typeface="Cinzel"/>
                <a:cs typeface="Cinzel"/>
                <a:sym typeface="Cinzel"/>
              </a:defRPr>
            </a:lvl7pPr>
            <a:lvl8pPr lvl="7" algn="ctr">
              <a:buNone/>
              <a:defRPr sz="1100">
                <a:solidFill>
                  <a:schemeClr val="lt1"/>
                </a:solidFill>
                <a:latin typeface="Cinzel"/>
                <a:ea typeface="Cinzel"/>
                <a:cs typeface="Cinzel"/>
                <a:sym typeface="Cinzel"/>
              </a:defRPr>
            </a:lvl8pPr>
            <a:lvl9pPr lvl="8" algn="ctr">
              <a:buNone/>
              <a:defRPr sz="1100">
                <a:solidFill>
                  <a:schemeClr val="lt1"/>
                </a:solidFill>
                <a:latin typeface="Cinzel"/>
                <a:ea typeface="Cinzel"/>
                <a:cs typeface="Cinzel"/>
                <a:sym typeface="Cinz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6" r:id="rId7"/>
    <p:sldLayoutId id="2147483657" r:id="rId8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carnival.com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://unsplash.com/" TargetMode="External"/><Relationship Id="rId4" Type="http://schemas.openxmlformats.org/officeDocument/2006/relationships/hyperlink" Target="https://thenounproject.com/ArtZ91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font.com/cinzel.font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fontsquirrel.com/fonts/libre-baskerville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carnival.com/?utm_source=template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>
            <a:spLocks noGrp="1"/>
          </p:cNvSpPr>
          <p:nvPr>
            <p:ph type="ctrTitle"/>
          </p:nvPr>
        </p:nvSpPr>
        <p:spPr>
          <a:xfrm>
            <a:off x="1290775" y="1991825"/>
            <a:ext cx="65625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dirty="0"/>
              <a:t>Los griegos y la buena vida: un diálogo</a:t>
            </a:r>
            <a:br>
              <a:rPr lang="en" dirty="0"/>
            </a:br>
            <a:r>
              <a:rPr lang="en" sz="2400" dirty="0"/>
              <a:t>Robinson</a:t>
            </a:r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2" descr="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/>
          <p:cNvSpPr txBox="1">
            <a:spLocks noGrp="1"/>
          </p:cNvSpPr>
          <p:nvPr>
            <p:ph type="title" idx="4294967295"/>
          </p:nvPr>
        </p:nvSpPr>
        <p:spPr>
          <a:xfrm>
            <a:off x="664650" y="659150"/>
            <a:ext cx="7814700" cy="3825300"/>
          </a:xfrm>
          <a:prstGeom prst="rect">
            <a:avLst/>
          </a:prstGeom>
          <a:solidFill>
            <a:srgbClr val="151B2E">
              <a:alpha val="44230"/>
            </a:srgbClr>
          </a:solidFill>
          <a:ln w="76200" cap="flat" cmpd="thickThin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600" b="0" dirty="0"/>
              <a:t>Lugar: Grecia</a:t>
            </a:r>
            <a:br>
              <a:rPr lang="es-PE" sz="3600" b="0" dirty="0"/>
            </a:br>
            <a:r>
              <a:rPr lang="es-PE" sz="3600" b="0" dirty="0"/>
              <a:t> Bar </a:t>
            </a:r>
            <a:r>
              <a:rPr lang="es-PE" sz="3600" b="0" dirty="0" err="1"/>
              <a:t>Ef</a:t>
            </a:r>
            <a:r>
              <a:rPr lang="es-PE" sz="3600" b="0" dirty="0"/>
              <a:t> </a:t>
            </a:r>
            <a:r>
              <a:rPr lang="es-PE" sz="3600" b="0" dirty="0" err="1"/>
              <a:t>Zin</a:t>
            </a:r>
            <a:r>
              <a:rPr lang="es-PE" sz="3600" b="0" dirty="0"/>
              <a:t> (Vivir bien)</a:t>
            </a:r>
            <a:endParaRPr sz="3600" dirty="0"/>
          </a:p>
        </p:txBody>
      </p:sp>
      <p:sp>
        <p:nvSpPr>
          <p:cNvPr id="149" name="Google Shape;149;p22"/>
          <p:cNvSpPr txBox="1">
            <a:spLocks noGrp="1"/>
          </p:cNvSpPr>
          <p:nvPr>
            <p:ph type="sldNum" idx="12"/>
          </p:nvPr>
        </p:nvSpPr>
        <p:spPr>
          <a:xfrm>
            <a:off x="-125" y="47498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>
            <a:spLocks noGrp="1"/>
          </p:cNvSpPr>
          <p:nvPr>
            <p:ph type="sldNum" idx="12"/>
          </p:nvPr>
        </p:nvSpPr>
        <p:spPr>
          <a:xfrm>
            <a:off x="-125" y="47498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875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15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>
            <a:off x="1337275" y="785200"/>
            <a:ext cx="6469500" cy="7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Los personajes</a:t>
            </a:r>
            <a:endParaRPr sz="3000" dirty="0"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2"/>
          </p:nvPr>
        </p:nvSpPr>
        <p:spPr>
          <a:xfrm>
            <a:off x="1425850" y="1821375"/>
            <a:ext cx="2887500" cy="17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PE" sz="1100" b="1" dirty="0" err="1"/>
              <a:t>Ahtenaeus</a:t>
            </a:r>
            <a:r>
              <a:rPr lang="es-PE" sz="1100" b="1" dirty="0"/>
              <a:t> estudio filosofía y estudios clásicos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PE" sz="1100" b="1" dirty="0"/>
              <a:t>Vive en Londres una vida bastante ascética pero con mucho estudio.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s-PE" sz="11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PE" sz="1100" b="1" dirty="0"/>
              <a:t>A AMBOS LES GUSTA EL AJEDREZ</a:t>
            </a:r>
            <a:endParaRPr sz="1100" dirty="0"/>
          </a:p>
        </p:txBody>
      </p:sp>
      <p:sp>
        <p:nvSpPr>
          <p:cNvPr id="77" name="Google Shape;77;p13"/>
          <p:cNvSpPr txBox="1">
            <a:spLocks noGrp="1"/>
          </p:cNvSpPr>
          <p:nvPr>
            <p:ph type="body" idx="2"/>
          </p:nvPr>
        </p:nvSpPr>
        <p:spPr>
          <a:xfrm>
            <a:off x="4501675" y="1821375"/>
            <a:ext cx="3216300" cy="17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PE" sz="1100" b="1" dirty="0" err="1"/>
              <a:t>Simplicia</a:t>
            </a:r>
            <a:r>
              <a:rPr lang="es-PE" sz="1100" b="1" dirty="0"/>
              <a:t> estudió mecánica estructural. Y tiene una empresa de ingeniería en </a:t>
            </a:r>
            <a:r>
              <a:rPr lang="es-PE" sz="1100" b="1" dirty="0" err="1"/>
              <a:t>Beloxi</a:t>
            </a:r>
            <a:r>
              <a:rPr lang="es-PE" sz="1100" b="1" dirty="0"/>
              <a:t>, Misisipi.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PE" sz="1100" b="1" dirty="0"/>
              <a:t>Se interesó por la filosofía de Platón y estuvo leyendo algunas de sus obras como Banquete, </a:t>
            </a:r>
            <a:r>
              <a:rPr lang="es-PE" sz="1100" b="1" dirty="0" err="1"/>
              <a:t>Teeteto</a:t>
            </a:r>
            <a:r>
              <a:rPr lang="es-PE" sz="1100" b="1" dirty="0"/>
              <a:t>, República, Fedro y </a:t>
            </a:r>
            <a:r>
              <a:rPr lang="es-PE" sz="1100" b="1" dirty="0" err="1"/>
              <a:t>Timeo</a:t>
            </a:r>
            <a:r>
              <a:rPr lang="es-PE" sz="1100" b="1" dirty="0"/>
              <a:t>.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-125" y="47498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1489575" y="2161800"/>
            <a:ext cx="61647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indent="0" algn="just">
              <a:buNone/>
            </a:pPr>
            <a:r>
              <a:rPr lang="en" dirty="0"/>
              <a:t>“</a:t>
            </a:r>
            <a:r>
              <a:rPr lang="es-PE" i="0" dirty="0"/>
              <a:t>Sostengo que el que </a:t>
            </a:r>
            <a:r>
              <a:rPr lang="es-MX" i="0" dirty="0"/>
              <a:t>es bueno y honrado, sea hombre o mujer, es feliz, y que el malvado e injusto es desgraciado</a:t>
            </a:r>
            <a:r>
              <a:rPr lang="en" dirty="0"/>
              <a:t>” (Gorgias 463d)</a:t>
            </a:r>
            <a:endParaRPr dirty="0"/>
          </a:p>
        </p:txBody>
      </p:sp>
      <p:sp>
        <p:nvSpPr>
          <p:cNvPr id="100" name="Google Shape;100;p16"/>
          <p:cNvSpPr txBox="1">
            <a:spLocks noGrp="1"/>
          </p:cNvSpPr>
          <p:nvPr>
            <p:ph type="sldNum" idx="12"/>
          </p:nvPr>
        </p:nvSpPr>
        <p:spPr>
          <a:xfrm>
            <a:off x="-125" y="47498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3816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ctrTitle"/>
          </p:nvPr>
        </p:nvSpPr>
        <p:spPr>
          <a:xfrm>
            <a:off x="1013375" y="1601445"/>
            <a:ext cx="71172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1.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¿Se puede ser feliz sin importar los dolores o sufrimientos que se puedan padecer?</a:t>
            </a:r>
            <a:endParaRPr sz="3200" dirty="0"/>
          </a:p>
        </p:txBody>
      </p:sp>
      <p:sp>
        <p:nvSpPr>
          <p:cNvPr id="94" name="Google Shape;94;p15"/>
          <p:cNvSpPr txBox="1">
            <a:spLocks noGrp="1"/>
          </p:cNvSpPr>
          <p:nvPr>
            <p:ph type="sldNum" idx="12"/>
          </p:nvPr>
        </p:nvSpPr>
        <p:spPr>
          <a:xfrm>
            <a:off x="-125" y="47498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5132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ctrTitle"/>
          </p:nvPr>
        </p:nvSpPr>
        <p:spPr>
          <a:xfrm>
            <a:off x="1013375" y="1601445"/>
            <a:ext cx="71172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1.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 más alta felicidad</a:t>
            </a:r>
            <a:endParaRPr dirty="0"/>
          </a:p>
        </p:txBody>
      </p:sp>
      <p:sp>
        <p:nvSpPr>
          <p:cNvPr id="93" name="Google Shape;93;p15"/>
          <p:cNvSpPr txBox="1">
            <a:spLocks noGrp="1"/>
          </p:cNvSpPr>
          <p:nvPr>
            <p:ph type="subTitle" idx="1"/>
          </p:nvPr>
        </p:nvSpPr>
        <p:spPr>
          <a:xfrm>
            <a:off x="685800" y="2852117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Para Sócrates y Platón era vivir una vida virtuosa</a:t>
            </a:r>
            <a:endParaRPr dirty="0"/>
          </a:p>
        </p:txBody>
      </p:sp>
      <p:sp>
        <p:nvSpPr>
          <p:cNvPr id="94" name="Google Shape;94;p15"/>
          <p:cNvSpPr txBox="1">
            <a:spLocks noGrp="1"/>
          </p:cNvSpPr>
          <p:nvPr>
            <p:ph type="sldNum" idx="12"/>
          </p:nvPr>
        </p:nvSpPr>
        <p:spPr>
          <a:xfrm>
            <a:off x="-125" y="47498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>
            <a:spLocks noGrp="1"/>
          </p:cNvSpPr>
          <p:nvPr>
            <p:ph type="ctrTitle" idx="4294967295"/>
          </p:nvPr>
        </p:nvSpPr>
        <p:spPr>
          <a:xfrm>
            <a:off x="1725400" y="800400"/>
            <a:ext cx="5693100" cy="89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¿Por qué ser virtuoso?</a:t>
            </a:r>
            <a:endParaRPr sz="3600" dirty="0"/>
          </a:p>
        </p:txBody>
      </p:sp>
      <p:sp>
        <p:nvSpPr>
          <p:cNvPr id="192" name="Google Shape;192;p27"/>
          <p:cNvSpPr txBox="1">
            <a:spLocks noGrp="1"/>
          </p:cNvSpPr>
          <p:nvPr>
            <p:ph type="subTitle" idx="4294967295"/>
          </p:nvPr>
        </p:nvSpPr>
        <p:spPr>
          <a:xfrm>
            <a:off x="1725400" y="1411308"/>
            <a:ext cx="56931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i="1" dirty="0"/>
              <a:t>Porque es la finalidad del ser humano</a:t>
            </a:r>
            <a:endParaRPr i="1" dirty="0"/>
          </a:p>
        </p:txBody>
      </p:sp>
      <p:sp>
        <p:nvSpPr>
          <p:cNvPr id="193" name="Google Shape;193;p27"/>
          <p:cNvSpPr txBox="1">
            <a:spLocks noGrp="1"/>
          </p:cNvSpPr>
          <p:nvPr>
            <p:ph type="ctrTitle" idx="4294967295"/>
          </p:nvPr>
        </p:nvSpPr>
        <p:spPr>
          <a:xfrm>
            <a:off x="1725400" y="3429294"/>
            <a:ext cx="5693100" cy="89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 dirty="0"/>
              <a:t>A pesar de cualquier mal, el virtuoso está bien respecto de su propia alma</a:t>
            </a:r>
            <a:endParaRPr sz="2000" dirty="0"/>
          </a:p>
        </p:txBody>
      </p:sp>
      <p:sp>
        <p:nvSpPr>
          <p:cNvPr id="194" name="Google Shape;194;p27"/>
          <p:cNvSpPr txBox="1">
            <a:spLocks noGrp="1"/>
          </p:cNvSpPr>
          <p:nvPr>
            <p:ph type="subTitle" idx="4294967295"/>
          </p:nvPr>
        </p:nvSpPr>
        <p:spPr>
          <a:xfrm>
            <a:off x="1725400" y="4040201"/>
            <a:ext cx="56931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i="1" dirty="0"/>
          </a:p>
        </p:txBody>
      </p:sp>
      <p:sp>
        <p:nvSpPr>
          <p:cNvPr id="195" name="Google Shape;195;p27"/>
          <p:cNvSpPr txBox="1">
            <a:spLocks noGrp="1"/>
          </p:cNvSpPr>
          <p:nvPr>
            <p:ph type="ctrTitle" idx="4294967295"/>
          </p:nvPr>
        </p:nvSpPr>
        <p:spPr>
          <a:xfrm>
            <a:off x="1725400" y="2114847"/>
            <a:ext cx="5693100" cy="89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¿P</a:t>
            </a:r>
            <a:r>
              <a:rPr lang="es-PE" sz="3600" dirty="0"/>
              <a:t>o</a:t>
            </a:r>
            <a:r>
              <a:rPr lang="en" sz="3600" dirty="0"/>
              <a:t>r qué el bien?</a:t>
            </a:r>
            <a:endParaRPr sz="3600" dirty="0"/>
          </a:p>
        </p:txBody>
      </p:sp>
      <p:sp>
        <p:nvSpPr>
          <p:cNvPr id="196" name="Google Shape;196;p27"/>
          <p:cNvSpPr txBox="1">
            <a:spLocks noGrp="1"/>
          </p:cNvSpPr>
          <p:nvPr>
            <p:ph type="subTitle" idx="4294967295"/>
          </p:nvPr>
        </p:nvSpPr>
        <p:spPr>
          <a:xfrm>
            <a:off x="1725400" y="2725754"/>
            <a:ext cx="56931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i="1" dirty="0"/>
              <a:t>Porque es lo mejor y más deseable</a:t>
            </a:r>
            <a:endParaRPr i="1" dirty="0"/>
          </a:p>
        </p:txBody>
      </p:sp>
      <p:cxnSp>
        <p:nvCxnSpPr>
          <p:cNvPr id="197" name="Google Shape;197;p27"/>
          <p:cNvCxnSpPr/>
          <p:nvPr/>
        </p:nvCxnSpPr>
        <p:spPr>
          <a:xfrm>
            <a:off x="4223900" y="2114860"/>
            <a:ext cx="592800" cy="0"/>
          </a:xfrm>
          <a:prstGeom prst="straightConnector1">
            <a:avLst/>
          </a:prstGeom>
          <a:noFill/>
          <a:ln w="38100" cap="flat" cmpd="thickThin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" name="Google Shape;198;p27"/>
          <p:cNvCxnSpPr/>
          <p:nvPr/>
        </p:nvCxnSpPr>
        <p:spPr>
          <a:xfrm>
            <a:off x="4223900" y="3442571"/>
            <a:ext cx="592800" cy="0"/>
          </a:xfrm>
          <a:prstGeom prst="straightConnector1">
            <a:avLst/>
          </a:prstGeom>
          <a:noFill/>
          <a:ln w="38100" cap="flat" cmpd="thickThin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9" name="Google Shape;199;p27"/>
          <p:cNvSpPr txBox="1">
            <a:spLocks noGrp="1"/>
          </p:cNvSpPr>
          <p:nvPr>
            <p:ph type="sldNum" idx="12"/>
          </p:nvPr>
        </p:nvSpPr>
        <p:spPr>
          <a:xfrm>
            <a:off x="-125" y="47498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1" name="Google Shape;302;p38"/>
          <p:cNvSpPr/>
          <p:nvPr/>
        </p:nvSpPr>
        <p:spPr>
          <a:xfrm>
            <a:off x="871605" y="941752"/>
            <a:ext cx="442142" cy="612195"/>
          </a:xfrm>
          <a:custGeom>
            <a:avLst/>
            <a:gdLst/>
            <a:ahLst/>
            <a:cxnLst/>
            <a:rect l="l" t="t" r="r" b="b"/>
            <a:pathLst>
              <a:path w="24448" h="33851" extrusionOk="0">
                <a:moveTo>
                  <a:pt x="7899" y="1881"/>
                </a:moveTo>
                <a:lnTo>
                  <a:pt x="8369" y="2821"/>
                </a:lnTo>
                <a:lnTo>
                  <a:pt x="7711" y="4138"/>
                </a:lnTo>
                <a:lnTo>
                  <a:pt x="6864" y="4984"/>
                </a:lnTo>
                <a:lnTo>
                  <a:pt x="6676" y="5266"/>
                </a:lnTo>
                <a:lnTo>
                  <a:pt x="6582" y="5642"/>
                </a:lnTo>
                <a:lnTo>
                  <a:pt x="6676" y="6018"/>
                </a:lnTo>
                <a:lnTo>
                  <a:pt x="6864" y="6300"/>
                </a:lnTo>
                <a:lnTo>
                  <a:pt x="7523" y="6958"/>
                </a:lnTo>
                <a:lnTo>
                  <a:pt x="7523" y="9027"/>
                </a:lnTo>
                <a:lnTo>
                  <a:pt x="6206" y="10343"/>
                </a:lnTo>
                <a:lnTo>
                  <a:pt x="4702" y="10343"/>
                </a:lnTo>
                <a:lnTo>
                  <a:pt x="4702" y="6864"/>
                </a:lnTo>
                <a:lnTo>
                  <a:pt x="5548" y="5172"/>
                </a:lnTo>
                <a:lnTo>
                  <a:pt x="5642" y="4984"/>
                </a:lnTo>
                <a:lnTo>
                  <a:pt x="5642" y="4702"/>
                </a:lnTo>
                <a:lnTo>
                  <a:pt x="5642" y="3103"/>
                </a:lnTo>
                <a:lnTo>
                  <a:pt x="6206" y="1881"/>
                </a:lnTo>
                <a:close/>
                <a:moveTo>
                  <a:pt x="9403" y="8087"/>
                </a:moveTo>
                <a:lnTo>
                  <a:pt x="11848" y="9309"/>
                </a:lnTo>
                <a:lnTo>
                  <a:pt x="12130" y="9403"/>
                </a:lnTo>
                <a:lnTo>
                  <a:pt x="12412" y="9403"/>
                </a:lnTo>
                <a:lnTo>
                  <a:pt x="16925" y="8651"/>
                </a:lnTo>
                <a:lnTo>
                  <a:pt x="16925" y="9591"/>
                </a:lnTo>
                <a:lnTo>
                  <a:pt x="13164" y="10343"/>
                </a:lnTo>
                <a:lnTo>
                  <a:pt x="10344" y="10343"/>
                </a:lnTo>
                <a:lnTo>
                  <a:pt x="10061" y="10437"/>
                </a:lnTo>
                <a:lnTo>
                  <a:pt x="9873" y="10531"/>
                </a:lnTo>
                <a:lnTo>
                  <a:pt x="9591" y="10720"/>
                </a:lnTo>
                <a:lnTo>
                  <a:pt x="9497" y="11002"/>
                </a:lnTo>
                <a:lnTo>
                  <a:pt x="8745" y="13164"/>
                </a:lnTo>
                <a:lnTo>
                  <a:pt x="4702" y="13164"/>
                </a:lnTo>
                <a:lnTo>
                  <a:pt x="4702" y="12224"/>
                </a:lnTo>
                <a:lnTo>
                  <a:pt x="6582" y="12224"/>
                </a:lnTo>
                <a:lnTo>
                  <a:pt x="6959" y="12130"/>
                </a:lnTo>
                <a:lnTo>
                  <a:pt x="7335" y="11942"/>
                </a:lnTo>
                <a:lnTo>
                  <a:pt x="9215" y="10061"/>
                </a:lnTo>
                <a:lnTo>
                  <a:pt x="9403" y="9779"/>
                </a:lnTo>
                <a:lnTo>
                  <a:pt x="9403" y="9403"/>
                </a:lnTo>
                <a:lnTo>
                  <a:pt x="9403" y="8087"/>
                </a:lnTo>
                <a:close/>
                <a:moveTo>
                  <a:pt x="21627" y="13540"/>
                </a:moveTo>
                <a:lnTo>
                  <a:pt x="22379" y="14951"/>
                </a:lnTo>
                <a:lnTo>
                  <a:pt x="22003" y="15045"/>
                </a:lnTo>
                <a:lnTo>
                  <a:pt x="21345" y="15045"/>
                </a:lnTo>
                <a:lnTo>
                  <a:pt x="20969" y="14951"/>
                </a:lnTo>
                <a:lnTo>
                  <a:pt x="21627" y="13540"/>
                </a:lnTo>
                <a:close/>
                <a:moveTo>
                  <a:pt x="2821" y="8275"/>
                </a:moveTo>
                <a:lnTo>
                  <a:pt x="2821" y="11284"/>
                </a:lnTo>
                <a:lnTo>
                  <a:pt x="2821" y="14105"/>
                </a:lnTo>
                <a:lnTo>
                  <a:pt x="2821" y="16549"/>
                </a:lnTo>
                <a:lnTo>
                  <a:pt x="1881" y="15609"/>
                </a:lnTo>
                <a:lnTo>
                  <a:pt x="1881" y="9685"/>
                </a:lnTo>
                <a:lnTo>
                  <a:pt x="2821" y="8275"/>
                </a:lnTo>
                <a:close/>
                <a:moveTo>
                  <a:pt x="14105" y="15327"/>
                </a:moveTo>
                <a:lnTo>
                  <a:pt x="14857" y="16643"/>
                </a:lnTo>
                <a:lnTo>
                  <a:pt x="14481" y="16737"/>
                </a:lnTo>
                <a:lnTo>
                  <a:pt x="14105" y="16831"/>
                </a:lnTo>
                <a:lnTo>
                  <a:pt x="13823" y="16737"/>
                </a:lnTo>
                <a:lnTo>
                  <a:pt x="13446" y="16643"/>
                </a:lnTo>
                <a:lnTo>
                  <a:pt x="14105" y="15327"/>
                </a:lnTo>
                <a:close/>
                <a:moveTo>
                  <a:pt x="8181" y="15045"/>
                </a:moveTo>
                <a:lnTo>
                  <a:pt x="7147" y="18900"/>
                </a:lnTo>
                <a:lnTo>
                  <a:pt x="4702" y="16549"/>
                </a:lnTo>
                <a:lnTo>
                  <a:pt x="4702" y="15045"/>
                </a:lnTo>
                <a:close/>
                <a:moveTo>
                  <a:pt x="9403" y="17772"/>
                </a:moveTo>
                <a:lnTo>
                  <a:pt x="10532" y="22379"/>
                </a:lnTo>
                <a:lnTo>
                  <a:pt x="8651" y="20404"/>
                </a:lnTo>
                <a:lnTo>
                  <a:pt x="8933" y="19370"/>
                </a:lnTo>
                <a:lnTo>
                  <a:pt x="9403" y="17772"/>
                </a:lnTo>
                <a:close/>
                <a:moveTo>
                  <a:pt x="3574" y="21721"/>
                </a:moveTo>
                <a:lnTo>
                  <a:pt x="4514" y="22755"/>
                </a:lnTo>
                <a:lnTo>
                  <a:pt x="2821" y="26516"/>
                </a:lnTo>
                <a:lnTo>
                  <a:pt x="3574" y="21721"/>
                </a:lnTo>
                <a:close/>
                <a:moveTo>
                  <a:pt x="3762" y="18242"/>
                </a:moveTo>
                <a:lnTo>
                  <a:pt x="12412" y="26798"/>
                </a:lnTo>
                <a:lnTo>
                  <a:pt x="12600" y="27645"/>
                </a:lnTo>
                <a:lnTo>
                  <a:pt x="12600" y="27645"/>
                </a:lnTo>
                <a:lnTo>
                  <a:pt x="11848" y="27362"/>
                </a:lnTo>
                <a:lnTo>
                  <a:pt x="3197" y="18806"/>
                </a:lnTo>
                <a:lnTo>
                  <a:pt x="3762" y="18242"/>
                </a:lnTo>
                <a:close/>
                <a:moveTo>
                  <a:pt x="6018" y="24165"/>
                </a:moveTo>
                <a:lnTo>
                  <a:pt x="10532" y="28773"/>
                </a:lnTo>
                <a:lnTo>
                  <a:pt x="11848" y="31970"/>
                </a:lnTo>
                <a:lnTo>
                  <a:pt x="2445" y="31970"/>
                </a:lnTo>
                <a:lnTo>
                  <a:pt x="6018" y="24165"/>
                </a:lnTo>
                <a:close/>
                <a:moveTo>
                  <a:pt x="5642" y="0"/>
                </a:moveTo>
                <a:lnTo>
                  <a:pt x="5454" y="94"/>
                </a:lnTo>
                <a:lnTo>
                  <a:pt x="5172" y="188"/>
                </a:lnTo>
                <a:lnTo>
                  <a:pt x="4984" y="282"/>
                </a:lnTo>
                <a:lnTo>
                  <a:pt x="4890" y="565"/>
                </a:lnTo>
                <a:lnTo>
                  <a:pt x="3950" y="2445"/>
                </a:lnTo>
                <a:lnTo>
                  <a:pt x="3856" y="2633"/>
                </a:lnTo>
                <a:lnTo>
                  <a:pt x="3762" y="2821"/>
                </a:lnTo>
                <a:lnTo>
                  <a:pt x="3762" y="4514"/>
                </a:lnTo>
                <a:lnTo>
                  <a:pt x="3197" y="5642"/>
                </a:lnTo>
                <a:lnTo>
                  <a:pt x="2821" y="5642"/>
                </a:lnTo>
                <a:lnTo>
                  <a:pt x="2445" y="5736"/>
                </a:lnTo>
                <a:lnTo>
                  <a:pt x="2257" y="5924"/>
                </a:lnTo>
                <a:lnTo>
                  <a:pt x="2069" y="6112"/>
                </a:lnTo>
                <a:lnTo>
                  <a:pt x="189" y="8933"/>
                </a:lnTo>
                <a:lnTo>
                  <a:pt x="94" y="9121"/>
                </a:lnTo>
                <a:lnTo>
                  <a:pt x="0" y="9403"/>
                </a:lnTo>
                <a:lnTo>
                  <a:pt x="0" y="15985"/>
                </a:lnTo>
                <a:lnTo>
                  <a:pt x="94" y="16361"/>
                </a:lnTo>
                <a:lnTo>
                  <a:pt x="283" y="16643"/>
                </a:lnTo>
                <a:lnTo>
                  <a:pt x="1505" y="17866"/>
                </a:lnTo>
                <a:lnTo>
                  <a:pt x="1223" y="18148"/>
                </a:lnTo>
                <a:lnTo>
                  <a:pt x="1035" y="18430"/>
                </a:lnTo>
                <a:lnTo>
                  <a:pt x="941" y="18806"/>
                </a:lnTo>
                <a:lnTo>
                  <a:pt x="1035" y="19182"/>
                </a:lnTo>
                <a:lnTo>
                  <a:pt x="1223" y="19464"/>
                </a:lnTo>
                <a:lnTo>
                  <a:pt x="1881" y="20028"/>
                </a:lnTo>
                <a:lnTo>
                  <a:pt x="0" y="32816"/>
                </a:lnTo>
                <a:lnTo>
                  <a:pt x="94" y="33192"/>
                </a:lnTo>
                <a:lnTo>
                  <a:pt x="283" y="33568"/>
                </a:lnTo>
                <a:lnTo>
                  <a:pt x="565" y="33756"/>
                </a:lnTo>
                <a:lnTo>
                  <a:pt x="941" y="33850"/>
                </a:lnTo>
                <a:lnTo>
                  <a:pt x="13446" y="33850"/>
                </a:lnTo>
                <a:lnTo>
                  <a:pt x="13634" y="33756"/>
                </a:lnTo>
                <a:lnTo>
                  <a:pt x="14011" y="33474"/>
                </a:lnTo>
                <a:lnTo>
                  <a:pt x="14105" y="33004"/>
                </a:lnTo>
                <a:lnTo>
                  <a:pt x="14105" y="32816"/>
                </a:lnTo>
                <a:lnTo>
                  <a:pt x="14105" y="32628"/>
                </a:lnTo>
                <a:lnTo>
                  <a:pt x="12976" y="29807"/>
                </a:lnTo>
                <a:lnTo>
                  <a:pt x="12976" y="29807"/>
                </a:lnTo>
                <a:lnTo>
                  <a:pt x="13823" y="30089"/>
                </a:lnTo>
                <a:lnTo>
                  <a:pt x="14387" y="30089"/>
                </a:lnTo>
                <a:lnTo>
                  <a:pt x="14575" y="29995"/>
                </a:lnTo>
                <a:lnTo>
                  <a:pt x="14951" y="29713"/>
                </a:lnTo>
                <a:lnTo>
                  <a:pt x="15045" y="29337"/>
                </a:lnTo>
                <a:lnTo>
                  <a:pt x="15045" y="28867"/>
                </a:lnTo>
                <a:lnTo>
                  <a:pt x="14105" y="26046"/>
                </a:lnTo>
                <a:lnTo>
                  <a:pt x="14011" y="25858"/>
                </a:lnTo>
                <a:lnTo>
                  <a:pt x="13917" y="25670"/>
                </a:lnTo>
                <a:lnTo>
                  <a:pt x="13164" y="24918"/>
                </a:lnTo>
                <a:lnTo>
                  <a:pt x="10438" y="14199"/>
                </a:lnTo>
                <a:lnTo>
                  <a:pt x="11096" y="12224"/>
                </a:lnTo>
                <a:lnTo>
                  <a:pt x="13164" y="12224"/>
                </a:lnTo>
                <a:lnTo>
                  <a:pt x="13164" y="12976"/>
                </a:lnTo>
                <a:lnTo>
                  <a:pt x="11472" y="16549"/>
                </a:lnTo>
                <a:lnTo>
                  <a:pt x="11378" y="16831"/>
                </a:lnTo>
                <a:lnTo>
                  <a:pt x="11378" y="17113"/>
                </a:lnTo>
                <a:lnTo>
                  <a:pt x="11472" y="17396"/>
                </a:lnTo>
                <a:lnTo>
                  <a:pt x="11660" y="17584"/>
                </a:lnTo>
                <a:lnTo>
                  <a:pt x="12224" y="18054"/>
                </a:lnTo>
                <a:lnTo>
                  <a:pt x="12788" y="18430"/>
                </a:lnTo>
                <a:lnTo>
                  <a:pt x="13446" y="18618"/>
                </a:lnTo>
                <a:lnTo>
                  <a:pt x="14199" y="18712"/>
                </a:lnTo>
                <a:lnTo>
                  <a:pt x="14857" y="18618"/>
                </a:lnTo>
                <a:lnTo>
                  <a:pt x="15515" y="18430"/>
                </a:lnTo>
                <a:lnTo>
                  <a:pt x="16173" y="18054"/>
                </a:lnTo>
                <a:lnTo>
                  <a:pt x="16737" y="17584"/>
                </a:lnTo>
                <a:lnTo>
                  <a:pt x="16925" y="17396"/>
                </a:lnTo>
                <a:lnTo>
                  <a:pt x="17019" y="17113"/>
                </a:lnTo>
                <a:lnTo>
                  <a:pt x="17019" y="16831"/>
                </a:lnTo>
                <a:lnTo>
                  <a:pt x="16925" y="16549"/>
                </a:lnTo>
                <a:lnTo>
                  <a:pt x="15139" y="12976"/>
                </a:lnTo>
                <a:lnTo>
                  <a:pt x="15139" y="12036"/>
                </a:lnTo>
                <a:lnTo>
                  <a:pt x="17113" y="11566"/>
                </a:lnTo>
                <a:lnTo>
                  <a:pt x="17208" y="11848"/>
                </a:lnTo>
                <a:lnTo>
                  <a:pt x="17396" y="12036"/>
                </a:lnTo>
                <a:lnTo>
                  <a:pt x="17678" y="12224"/>
                </a:lnTo>
                <a:lnTo>
                  <a:pt x="17960" y="12224"/>
                </a:lnTo>
                <a:lnTo>
                  <a:pt x="18336" y="12130"/>
                </a:lnTo>
                <a:lnTo>
                  <a:pt x="18618" y="11942"/>
                </a:lnTo>
                <a:lnTo>
                  <a:pt x="18806" y="11660"/>
                </a:lnTo>
                <a:lnTo>
                  <a:pt x="18900" y="11284"/>
                </a:lnTo>
                <a:lnTo>
                  <a:pt x="18900" y="11096"/>
                </a:lnTo>
                <a:lnTo>
                  <a:pt x="20781" y="10626"/>
                </a:lnTo>
                <a:lnTo>
                  <a:pt x="20781" y="11190"/>
                </a:lnTo>
                <a:lnTo>
                  <a:pt x="18994" y="14763"/>
                </a:lnTo>
                <a:lnTo>
                  <a:pt x="18900" y="15045"/>
                </a:lnTo>
                <a:lnTo>
                  <a:pt x="18900" y="15327"/>
                </a:lnTo>
                <a:lnTo>
                  <a:pt x="18994" y="15609"/>
                </a:lnTo>
                <a:lnTo>
                  <a:pt x="19182" y="15891"/>
                </a:lnTo>
                <a:lnTo>
                  <a:pt x="19746" y="16361"/>
                </a:lnTo>
                <a:lnTo>
                  <a:pt x="20310" y="16643"/>
                </a:lnTo>
                <a:lnTo>
                  <a:pt x="20969" y="16925"/>
                </a:lnTo>
                <a:lnTo>
                  <a:pt x="22379" y="16925"/>
                </a:lnTo>
                <a:lnTo>
                  <a:pt x="23037" y="16643"/>
                </a:lnTo>
                <a:lnTo>
                  <a:pt x="23695" y="16361"/>
                </a:lnTo>
                <a:lnTo>
                  <a:pt x="24260" y="15891"/>
                </a:lnTo>
                <a:lnTo>
                  <a:pt x="24354" y="15703"/>
                </a:lnTo>
                <a:lnTo>
                  <a:pt x="24448" y="15515"/>
                </a:lnTo>
                <a:lnTo>
                  <a:pt x="24448" y="15045"/>
                </a:lnTo>
                <a:lnTo>
                  <a:pt x="24354" y="14763"/>
                </a:lnTo>
                <a:lnTo>
                  <a:pt x="22567" y="11190"/>
                </a:lnTo>
                <a:lnTo>
                  <a:pt x="22567" y="9403"/>
                </a:lnTo>
                <a:lnTo>
                  <a:pt x="22473" y="9027"/>
                </a:lnTo>
                <a:lnTo>
                  <a:pt x="22191" y="8651"/>
                </a:lnTo>
                <a:lnTo>
                  <a:pt x="21815" y="8463"/>
                </a:lnTo>
                <a:lnTo>
                  <a:pt x="21439" y="8463"/>
                </a:lnTo>
                <a:lnTo>
                  <a:pt x="18806" y="9121"/>
                </a:lnTo>
                <a:lnTo>
                  <a:pt x="18806" y="7523"/>
                </a:lnTo>
                <a:lnTo>
                  <a:pt x="18806" y="6582"/>
                </a:lnTo>
                <a:lnTo>
                  <a:pt x="18806" y="6206"/>
                </a:lnTo>
                <a:lnTo>
                  <a:pt x="18618" y="5924"/>
                </a:lnTo>
                <a:lnTo>
                  <a:pt x="18242" y="5736"/>
                </a:lnTo>
                <a:lnTo>
                  <a:pt x="17866" y="5642"/>
                </a:lnTo>
                <a:lnTo>
                  <a:pt x="17490" y="5736"/>
                </a:lnTo>
                <a:lnTo>
                  <a:pt x="17208" y="5924"/>
                </a:lnTo>
                <a:lnTo>
                  <a:pt x="17019" y="6206"/>
                </a:lnTo>
                <a:lnTo>
                  <a:pt x="16925" y="6582"/>
                </a:lnTo>
                <a:lnTo>
                  <a:pt x="16925" y="6770"/>
                </a:lnTo>
                <a:lnTo>
                  <a:pt x="12412" y="7523"/>
                </a:lnTo>
                <a:lnTo>
                  <a:pt x="9027" y="5830"/>
                </a:lnTo>
                <a:lnTo>
                  <a:pt x="8839" y="5642"/>
                </a:lnTo>
                <a:lnTo>
                  <a:pt x="9121" y="5360"/>
                </a:lnTo>
                <a:lnTo>
                  <a:pt x="9309" y="5172"/>
                </a:lnTo>
                <a:lnTo>
                  <a:pt x="10249" y="3291"/>
                </a:lnTo>
                <a:lnTo>
                  <a:pt x="10344" y="3103"/>
                </a:lnTo>
                <a:lnTo>
                  <a:pt x="10344" y="2915"/>
                </a:lnTo>
                <a:lnTo>
                  <a:pt x="10344" y="2633"/>
                </a:lnTo>
                <a:lnTo>
                  <a:pt x="10249" y="2445"/>
                </a:lnTo>
                <a:lnTo>
                  <a:pt x="9309" y="565"/>
                </a:lnTo>
                <a:lnTo>
                  <a:pt x="9215" y="377"/>
                </a:lnTo>
                <a:lnTo>
                  <a:pt x="9027" y="188"/>
                </a:lnTo>
                <a:lnTo>
                  <a:pt x="8745" y="94"/>
                </a:lnTo>
                <a:lnTo>
                  <a:pt x="846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>
            <a:spLocks noGrp="1"/>
          </p:cNvSpPr>
          <p:nvPr>
            <p:ph type="ctrTitle" idx="4294967295"/>
          </p:nvPr>
        </p:nvSpPr>
        <p:spPr>
          <a:xfrm>
            <a:off x="1399841" y="2448550"/>
            <a:ext cx="6593700" cy="52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Debemos cuidarnos más de no cometer alguna injustifica que de recibirla</a:t>
            </a:r>
            <a:endParaRPr sz="2400" dirty="0"/>
          </a:p>
        </p:txBody>
      </p:sp>
      <p:sp>
        <p:nvSpPr>
          <p:cNvPr id="85" name="Google Shape;85;p14"/>
          <p:cNvSpPr txBox="1">
            <a:spLocks noGrp="1"/>
          </p:cNvSpPr>
          <p:nvPr>
            <p:ph type="subTitle" idx="4294967295"/>
          </p:nvPr>
        </p:nvSpPr>
        <p:spPr>
          <a:xfrm>
            <a:off x="1399841" y="3674982"/>
            <a:ext cx="6593700" cy="120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PE" b="1" i="1" dirty="0"/>
              <a:t>El castigo debe aplicarse a aquel que cometa un acto injusto</a:t>
            </a: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PE" b="1" i="1" dirty="0"/>
              <a:t>Se debe hacer un uso justo de la retórica y de cualquier otra actividad o habilidad</a:t>
            </a:r>
            <a:endParaRPr b="1" i="1" dirty="0"/>
          </a:p>
        </p:txBody>
      </p:sp>
      <p:pic>
        <p:nvPicPr>
          <p:cNvPr id="86" name="Google Shape;86;p14" descr="photo-1434030216411-0b793f4b417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1900" y="1251550"/>
            <a:ext cx="1240200" cy="1240200"/>
          </a:xfrm>
          <a:prstGeom prst="ellipse">
            <a:avLst/>
          </a:prstGeom>
          <a:noFill/>
          <a:ln w="76200" cap="flat" cmpd="thickThin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7" name="Google Shape;87;p14"/>
          <p:cNvSpPr txBox="1">
            <a:spLocks noGrp="1"/>
          </p:cNvSpPr>
          <p:nvPr>
            <p:ph type="sldNum" idx="12"/>
          </p:nvPr>
        </p:nvSpPr>
        <p:spPr>
          <a:xfrm>
            <a:off x="-125" y="47498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grpSp>
        <p:nvGrpSpPr>
          <p:cNvPr id="6" name="Google Shape;306;p38"/>
          <p:cNvGrpSpPr/>
          <p:nvPr/>
        </p:nvGrpSpPr>
        <p:grpSpPr>
          <a:xfrm>
            <a:off x="2063693" y="992851"/>
            <a:ext cx="612177" cy="612177"/>
            <a:chOff x="6361675" y="469200"/>
            <a:chExt cx="846250" cy="846250"/>
          </a:xfrm>
        </p:grpSpPr>
        <p:sp>
          <p:nvSpPr>
            <p:cNvPr id="7" name="Google Shape;307;p38"/>
            <p:cNvSpPr/>
            <p:nvPr/>
          </p:nvSpPr>
          <p:spPr>
            <a:xfrm>
              <a:off x="6361675" y="469200"/>
              <a:ext cx="846250" cy="258600"/>
            </a:xfrm>
            <a:custGeom>
              <a:avLst/>
              <a:gdLst/>
              <a:ahLst/>
              <a:cxnLst/>
              <a:rect l="l" t="t" r="r" b="b"/>
              <a:pathLst>
                <a:path w="33850" h="10344" extrusionOk="0">
                  <a:moveTo>
                    <a:pt x="16925" y="1975"/>
                  </a:moveTo>
                  <a:lnTo>
                    <a:pt x="29149" y="8462"/>
                  </a:lnTo>
                  <a:lnTo>
                    <a:pt x="4795" y="8462"/>
                  </a:lnTo>
                  <a:lnTo>
                    <a:pt x="16925" y="1975"/>
                  </a:lnTo>
                  <a:close/>
                  <a:moveTo>
                    <a:pt x="16737" y="0"/>
                  </a:moveTo>
                  <a:lnTo>
                    <a:pt x="16549" y="94"/>
                  </a:lnTo>
                  <a:lnTo>
                    <a:pt x="564" y="8557"/>
                  </a:lnTo>
                  <a:lnTo>
                    <a:pt x="282" y="8745"/>
                  </a:lnTo>
                  <a:lnTo>
                    <a:pt x="94" y="8933"/>
                  </a:lnTo>
                  <a:lnTo>
                    <a:pt x="0" y="9309"/>
                  </a:lnTo>
                  <a:lnTo>
                    <a:pt x="0" y="9591"/>
                  </a:lnTo>
                  <a:lnTo>
                    <a:pt x="188" y="9873"/>
                  </a:lnTo>
                  <a:lnTo>
                    <a:pt x="376" y="10061"/>
                  </a:lnTo>
                  <a:lnTo>
                    <a:pt x="658" y="10249"/>
                  </a:lnTo>
                  <a:lnTo>
                    <a:pt x="940" y="10343"/>
                  </a:lnTo>
                  <a:lnTo>
                    <a:pt x="32910" y="10343"/>
                  </a:lnTo>
                  <a:lnTo>
                    <a:pt x="33286" y="10249"/>
                  </a:lnTo>
                  <a:lnTo>
                    <a:pt x="33474" y="10061"/>
                  </a:lnTo>
                  <a:lnTo>
                    <a:pt x="33756" y="9873"/>
                  </a:lnTo>
                  <a:lnTo>
                    <a:pt x="33850" y="9591"/>
                  </a:lnTo>
                  <a:lnTo>
                    <a:pt x="33850" y="9309"/>
                  </a:lnTo>
                  <a:lnTo>
                    <a:pt x="33850" y="8933"/>
                  </a:lnTo>
                  <a:lnTo>
                    <a:pt x="33662" y="8745"/>
                  </a:lnTo>
                  <a:lnTo>
                    <a:pt x="33380" y="8557"/>
                  </a:lnTo>
                  <a:lnTo>
                    <a:pt x="17395" y="94"/>
                  </a:lnTo>
                  <a:lnTo>
                    <a:pt x="172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08;p38"/>
            <p:cNvSpPr/>
            <p:nvPr/>
          </p:nvSpPr>
          <p:spPr>
            <a:xfrm>
              <a:off x="6361675" y="1174400"/>
              <a:ext cx="846250" cy="141050"/>
            </a:xfrm>
            <a:custGeom>
              <a:avLst/>
              <a:gdLst/>
              <a:ahLst/>
              <a:cxnLst/>
              <a:rect l="l" t="t" r="r" b="b"/>
              <a:pathLst>
                <a:path w="33850" h="5642" extrusionOk="0">
                  <a:moveTo>
                    <a:pt x="31969" y="1881"/>
                  </a:moveTo>
                  <a:lnTo>
                    <a:pt x="31969" y="3761"/>
                  </a:lnTo>
                  <a:lnTo>
                    <a:pt x="1881" y="3761"/>
                  </a:lnTo>
                  <a:lnTo>
                    <a:pt x="1881" y="1881"/>
                  </a:lnTo>
                  <a:close/>
                  <a:moveTo>
                    <a:pt x="658" y="0"/>
                  </a:moveTo>
                  <a:lnTo>
                    <a:pt x="282" y="188"/>
                  </a:lnTo>
                  <a:lnTo>
                    <a:pt x="94" y="564"/>
                  </a:lnTo>
                  <a:lnTo>
                    <a:pt x="0" y="941"/>
                  </a:lnTo>
                  <a:lnTo>
                    <a:pt x="0" y="4702"/>
                  </a:lnTo>
                  <a:lnTo>
                    <a:pt x="94" y="4984"/>
                  </a:lnTo>
                  <a:lnTo>
                    <a:pt x="282" y="5360"/>
                  </a:lnTo>
                  <a:lnTo>
                    <a:pt x="658" y="5548"/>
                  </a:lnTo>
                  <a:lnTo>
                    <a:pt x="940" y="5642"/>
                  </a:lnTo>
                  <a:lnTo>
                    <a:pt x="32910" y="5642"/>
                  </a:lnTo>
                  <a:lnTo>
                    <a:pt x="33286" y="5548"/>
                  </a:lnTo>
                  <a:lnTo>
                    <a:pt x="33662" y="5360"/>
                  </a:lnTo>
                  <a:lnTo>
                    <a:pt x="33850" y="4984"/>
                  </a:lnTo>
                  <a:lnTo>
                    <a:pt x="33850" y="4702"/>
                  </a:lnTo>
                  <a:lnTo>
                    <a:pt x="33850" y="941"/>
                  </a:lnTo>
                  <a:lnTo>
                    <a:pt x="33850" y="564"/>
                  </a:lnTo>
                  <a:lnTo>
                    <a:pt x="33662" y="188"/>
                  </a:lnTo>
                  <a:lnTo>
                    <a:pt x="332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09;p38"/>
            <p:cNvSpPr/>
            <p:nvPr/>
          </p:nvSpPr>
          <p:spPr>
            <a:xfrm>
              <a:off x="6620250" y="774775"/>
              <a:ext cx="117550" cy="352625"/>
            </a:xfrm>
            <a:custGeom>
              <a:avLst/>
              <a:gdLst/>
              <a:ahLst/>
              <a:cxnLst/>
              <a:rect l="l" t="t" r="r" b="b"/>
              <a:pathLst>
                <a:path w="4702" h="14105" extrusionOk="0">
                  <a:moveTo>
                    <a:pt x="2821" y="1881"/>
                  </a:moveTo>
                  <a:lnTo>
                    <a:pt x="2821" y="12224"/>
                  </a:lnTo>
                  <a:lnTo>
                    <a:pt x="1881" y="12224"/>
                  </a:lnTo>
                  <a:lnTo>
                    <a:pt x="1881" y="1881"/>
                  </a:lnTo>
                  <a:close/>
                  <a:moveTo>
                    <a:pt x="658" y="1"/>
                  </a:moveTo>
                  <a:lnTo>
                    <a:pt x="282" y="189"/>
                  </a:lnTo>
                  <a:lnTo>
                    <a:pt x="94" y="565"/>
                  </a:lnTo>
                  <a:lnTo>
                    <a:pt x="0" y="941"/>
                  </a:lnTo>
                  <a:lnTo>
                    <a:pt x="0" y="13164"/>
                  </a:lnTo>
                  <a:lnTo>
                    <a:pt x="94" y="13447"/>
                  </a:lnTo>
                  <a:lnTo>
                    <a:pt x="282" y="13823"/>
                  </a:lnTo>
                  <a:lnTo>
                    <a:pt x="658" y="14011"/>
                  </a:lnTo>
                  <a:lnTo>
                    <a:pt x="940" y="14105"/>
                  </a:lnTo>
                  <a:lnTo>
                    <a:pt x="3761" y="14105"/>
                  </a:lnTo>
                  <a:lnTo>
                    <a:pt x="4137" y="14011"/>
                  </a:lnTo>
                  <a:lnTo>
                    <a:pt x="4513" y="13823"/>
                  </a:lnTo>
                  <a:lnTo>
                    <a:pt x="4701" y="13447"/>
                  </a:lnTo>
                  <a:lnTo>
                    <a:pt x="4701" y="13164"/>
                  </a:lnTo>
                  <a:lnTo>
                    <a:pt x="4701" y="941"/>
                  </a:lnTo>
                  <a:lnTo>
                    <a:pt x="4701" y="565"/>
                  </a:lnTo>
                  <a:lnTo>
                    <a:pt x="4513" y="189"/>
                  </a:lnTo>
                  <a:lnTo>
                    <a:pt x="4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10;p38"/>
            <p:cNvSpPr/>
            <p:nvPr/>
          </p:nvSpPr>
          <p:spPr>
            <a:xfrm>
              <a:off x="6408675" y="774775"/>
              <a:ext cx="117550" cy="352625"/>
            </a:xfrm>
            <a:custGeom>
              <a:avLst/>
              <a:gdLst/>
              <a:ahLst/>
              <a:cxnLst/>
              <a:rect l="l" t="t" r="r" b="b"/>
              <a:pathLst>
                <a:path w="4702" h="14105" extrusionOk="0">
                  <a:moveTo>
                    <a:pt x="2821" y="1881"/>
                  </a:moveTo>
                  <a:lnTo>
                    <a:pt x="2821" y="12224"/>
                  </a:lnTo>
                  <a:lnTo>
                    <a:pt x="1881" y="12224"/>
                  </a:lnTo>
                  <a:lnTo>
                    <a:pt x="1881" y="1881"/>
                  </a:lnTo>
                  <a:close/>
                  <a:moveTo>
                    <a:pt x="659" y="1"/>
                  </a:moveTo>
                  <a:lnTo>
                    <a:pt x="283" y="189"/>
                  </a:lnTo>
                  <a:lnTo>
                    <a:pt x="95" y="565"/>
                  </a:lnTo>
                  <a:lnTo>
                    <a:pt x="1" y="941"/>
                  </a:lnTo>
                  <a:lnTo>
                    <a:pt x="1" y="13164"/>
                  </a:lnTo>
                  <a:lnTo>
                    <a:pt x="95" y="13447"/>
                  </a:lnTo>
                  <a:lnTo>
                    <a:pt x="283" y="13823"/>
                  </a:lnTo>
                  <a:lnTo>
                    <a:pt x="659" y="14011"/>
                  </a:lnTo>
                  <a:lnTo>
                    <a:pt x="941" y="14105"/>
                  </a:lnTo>
                  <a:lnTo>
                    <a:pt x="3762" y="14105"/>
                  </a:lnTo>
                  <a:lnTo>
                    <a:pt x="4138" y="14011"/>
                  </a:lnTo>
                  <a:lnTo>
                    <a:pt x="4514" y="13823"/>
                  </a:lnTo>
                  <a:lnTo>
                    <a:pt x="4702" y="13447"/>
                  </a:lnTo>
                  <a:lnTo>
                    <a:pt x="4702" y="13164"/>
                  </a:lnTo>
                  <a:lnTo>
                    <a:pt x="4702" y="941"/>
                  </a:lnTo>
                  <a:lnTo>
                    <a:pt x="4702" y="565"/>
                  </a:lnTo>
                  <a:lnTo>
                    <a:pt x="4514" y="189"/>
                  </a:lnTo>
                  <a:lnTo>
                    <a:pt x="41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11;p38"/>
            <p:cNvSpPr/>
            <p:nvPr/>
          </p:nvSpPr>
          <p:spPr>
            <a:xfrm>
              <a:off x="6831800" y="774775"/>
              <a:ext cx="117550" cy="352625"/>
            </a:xfrm>
            <a:custGeom>
              <a:avLst/>
              <a:gdLst/>
              <a:ahLst/>
              <a:cxnLst/>
              <a:rect l="l" t="t" r="r" b="b"/>
              <a:pathLst>
                <a:path w="4702" h="14105" extrusionOk="0">
                  <a:moveTo>
                    <a:pt x="2821" y="1881"/>
                  </a:moveTo>
                  <a:lnTo>
                    <a:pt x="2821" y="12224"/>
                  </a:lnTo>
                  <a:lnTo>
                    <a:pt x="1881" y="12224"/>
                  </a:lnTo>
                  <a:lnTo>
                    <a:pt x="1881" y="1881"/>
                  </a:lnTo>
                  <a:close/>
                  <a:moveTo>
                    <a:pt x="659" y="1"/>
                  </a:moveTo>
                  <a:lnTo>
                    <a:pt x="283" y="189"/>
                  </a:lnTo>
                  <a:lnTo>
                    <a:pt x="95" y="565"/>
                  </a:lnTo>
                  <a:lnTo>
                    <a:pt x="1" y="941"/>
                  </a:lnTo>
                  <a:lnTo>
                    <a:pt x="1" y="13164"/>
                  </a:lnTo>
                  <a:lnTo>
                    <a:pt x="95" y="13447"/>
                  </a:lnTo>
                  <a:lnTo>
                    <a:pt x="283" y="13823"/>
                  </a:lnTo>
                  <a:lnTo>
                    <a:pt x="659" y="14011"/>
                  </a:lnTo>
                  <a:lnTo>
                    <a:pt x="941" y="14105"/>
                  </a:lnTo>
                  <a:lnTo>
                    <a:pt x="3762" y="14105"/>
                  </a:lnTo>
                  <a:lnTo>
                    <a:pt x="4138" y="14011"/>
                  </a:lnTo>
                  <a:lnTo>
                    <a:pt x="4514" y="13823"/>
                  </a:lnTo>
                  <a:lnTo>
                    <a:pt x="4702" y="13447"/>
                  </a:lnTo>
                  <a:lnTo>
                    <a:pt x="4702" y="13164"/>
                  </a:lnTo>
                  <a:lnTo>
                    <a:pt x="4702" y="941"/>
                  </a:lnTo>
                  <a:lnTo>
                    <a:pt x="4702" y="565"/>
                  </a:lnTo>
                  <a:lnTo>
                    <a:pt x="4514" y="189"/>
                  </a:lnTo>
                  <a:lnTo>
                    <a:pt x="41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12;p38"/>
            <p:cNvSpPr/>
            <p:nvPr/>
          </p:nvSpPr>
          <p:spPr>
            <a:xfrm>
              <a:off x="7043375" y="774775"/>
              <a:ext cx="117550" cy="352625"/>
            </a:xfrm>
            <a:custGeom>
              <a:avLst/>
              <a:gdLst/>
              <a:ahLst/>
              <a:cxnLst/>
              <a:rect l="l" t="t" r="r" b="b"/>
              <a:pathLst>
                <a:path w="4702" h="14105" extrusionOk="0">
                  <a:moveTo>
                    <a:pt x="2821" y="1881"/>
                  </a:moveTo>
                  <a:lnTo>
                    <a:pt x="2821" y="12224"/>
                  </a:lnTo>
                  <a:lnTo>
                    <a:pt x="1881" y="12224"/>
                  </a:lnTo>
                  <a:lnTo>
                    <a:pt x="1881" y="1881"/>
                  </a:lnTo>
                  <a:close/>
                  <a:moveTo>
                    <a:pt x="658" y="1"/>
                  </a:moveTo>
                  <a:lnTo>
                    <a:pt x="282" y="189"/>
                  </a:lnTo>
                  <a:lnTo>
                    <a:pt x="94" y="565"/>
                  </a:lnTo>
                  <a:lnTo>
                    <a:pt x="0" y="941"/>
                  </a:lnTo>
                  <a:lnTo>
                    <a:pt x="0" y="13164"/>
                  </a:lnTo>
                  <a:lnTo>
                    <a:pt x="94" y="13447"/>
                  </a:lnTo>
                  <a:lnTo>
                    <a:pt x="282" y="13823"/>
                  </a:lnTo>
                  <a:lnTo>
                    <a:pt x="658" y="14011"/>
                  </a:lnTo>
                  <a:lnTo>
                    <a:pt x="940" y="14105"/>
                  </a:lnTo>
                  <a:lnTo>
                    <a:pt x="3761" y="14105"/>
                  </a:lnTo>
                  <a:lnTo>
                    <a:pt x="4137" y="14011"/>
                  </a:lnTo>
                  <a:lnTo>
                    <a:pt x="4513" y="13823"/>
                  </a:lnTo>
                  <a:lnTo>
                    <a:pt x="4701" y="13447"/>
                  </a:lnTo>
                  <a:lnTo>
                    <a:pt x="4701" y="13164"/>
                  </a:lnTo>
                  <a:lnTo>
                    <a:pt x="4701" y="941"/>
                  </a:lnTo>
                  <a:lnTo>
                    <a:pt x="4701" y="565"/>
                  </a:lnTo>
                  <a:lnTo>
                    <a:pt x="4513" y="189"/>
                  </a:lnTo>
                  <a:lnTo>
                    <a:pt x="4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Felicidad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es-PE" altLang="es-PE" sz="1600" dirty="0" err="1"/>
              <a:t>Eudaimonía</a:t>
            </a:r>
            <a:r>
              <a:rPr lang="es-PE" altLang="es-PE" sz="1600" dirty="0"/>
              <a:t> = Eu- bien, bueno, buena vida</a:t>
            </a:r>
          </a:p>
          <a:p>
            <a:pPr algn="just" eaLnBrk="1" hangingPunct="1"/>
            <a:r>
              <a:rPr lang="es-PE" altLang="es-PE" sz="1600" dirty="0" err="1"/>
              <a:t>Dáimon</a:t>
            </a:r>
            <a:r>
              <a:rPr lang="es-PE" altLang="es-PE" sz="1600" dirty="0"/>
              <a:t> =  “demonio”, ser intermedio, espíritu,</a:t>
            </a:r>
          </a:p>
          <a:p>
            <a:pPr algn="just" eaLnBrk="1" hangingPunct="1"/>
            <a:r>
              <a:rPr lang="es-PE" altLang="es-PE" sz="1600" dirty="0"/>
              <a:t>La palabra felicidad tiene connotaciones divinas que implica los atributos de perfección, estabilidad y permanencia.</a:t>
            </a:r>
          </a:p>
          <a:p>
            <a:r>
              <a:rPr lang="es-PE" dirty="0"/>
              <a:t>Entonces ser </a:t>
            </a:r>
            <a:r>
              <a:rPr lang="es-PE" dirty="0" err="1"/>
              <a:t>eudaimon</a:t>
            </a:r>
            <a:r>
              <a:rPr lang="es-PE" dirty="0"/>
              <a:t> (feliz) es poseer una característica esencial de los dioses: una felicidad eterna y completa.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85937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Felicidad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es-PE" altLang="es-PE" sz="1600" dirty="0"/>
              <a:t>Sócrates: la vida buena pasaba por el conocimiento. Por reflexionar sobre la propia existencia. </a:t>
            </a:r>
          </a:p>
          <a:p>
            <a:pPr algn="just" eaLnBrk="1" hangingPunct="1"/>
            <a:endParaRPr lang="es-PE" altLang="es-PE" sz="1600" dirty="0"/>
          </a:p>
          <a:p>
            <a:pPr algn="just" eaLnBrk="1" hangingPunct="1"/>
            <a:endParaRPr lang="es-PE" altLang="es-PE" sz="1600" dirty="0"/>
          </a:p>
          <a:p>
            <a:pPr algn="just" eaLnBrk="1" hangingPunct="1"/>
            <a:endParaRPr lang="es-PE" altLang="es-PE" sz="1600" dirty="0"/>
          </a:p>
          <a:p>
            <a:pPr algn="just" eaLnBrk="1" hangingPunct="1"/>
            <a:r>
              <a:rPr lang="es-PE" altLang="es-PE" sz="1600" dirty="0"/>
              <a:t>Platón: el alma es inmortal y es la parte de nosotros que puede alcanzar el ideal de la felicidad</a:t>
            </a:r>
          </a:p>
          <a:p>
            <a:pPr algn="just" eaLnBrk="1" hangingPunct="1"/>
            <a:endParaRPr lang="es-PE" altLang="es-PE" sz="16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62039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>
            <a:spLocks noGrp="1"/>
          </p:cNvSpPr>
          <p:nvPr>
            <p:ph type="ctrTitle" idx="4294967295"/>
          </p:nvPr>
        </p:nvSpPr>
        <p:spPr>
          <a:xfrm>
            <a:off x="1452225" y="2497750"/>
            <a:ext cx="6239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La conciencia</a:t>
            </a:r>
            <a:endParaRPr sz="5400" dirty="0"/>
          </a:p>
        </p:txBody>
      </p:sp>
      <p:sp>
        <p:nvSpPr>
          <p:cNvPr id="113" name="Google Shape;113;p18"/>
          <p:cNvSpPr txBox="1">
            <a:spLocks noGrp="1"/>
          </p:cNvSpPr>
          <p:nvPr>
            <p:ph type="subTitle" idx="4294967295"/>
          </p:nvPr>
        </p:nvSpPr>
        <p:spPr>
          <a:xfrm>
            <a:off x="1452225" y="3411555"/>
            <a:ext cx="6239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Lo que importa es tener una armonía interior</a:t>
            </a:r>
            <a:endParaRPr dirty="0"/>
          </a:p>
        </p:txBody>
      </p:sp>
      <p:grpSp>
        <p:nvGrpSpPr>
          <p:cNvPr id="114" name="Google Shape;114;p18"/>
          <p:cNvGrpSpPr/>
          <p:nvPr/>
        </p:nvGrpSpPr>
        <p:grpSpPr>
          <a:xfrm>
            <a:off x="6051145" y="239321"/>
            <a:ext cx="1343546" cy="1321121"/>
            <a:chOff x="6425125" y="4312575"/>
            <a:chExt cx="846275" cy="832150"/>
          </a:xfrm>
        </p:grpSpPr>
        <p:sp>
          <p:nvSpPr>
            <p:cNvPr id="115" name="Google Shape;115;p18"/>
            <p:cNvSpPr/>
            <p:nvPr/>
          </p:nvSpPr>
          <p:spPr>
            <a:xfrm>
              <a:off x="6425125" y="4312575"/>
              <a:ext cx="691125" cy="691125"/>
            </a:xfrm>
            <a:custGeom>
              <a:avLst/>
              <a:gdLst/>
              <a:ahLst/>
              <a:cxnLst/>
              <a:rect l="l" t="t" r="r" b="b"/>
              <a:pathLst>
                <a:path w="27645" h="27645" extrusionOk="0">
                  <a:moveTo>
                    <a:pt x="16079" y="1881"/>
                  </a:moveTo>
                  <a:lnTo>
                    <a:pt x="16174" y="1975"/>
                  </a:lnTo>
                  <a:lnTo>
                    <a:pt x="16268" y="2163"/>
                  </a:lnTo>
                  <a:lnTo>
                    <a:pt x="16362" y="2257"/>
                  </a:lnTo>
                  <a:lnTo>
                    <a:pt x="16268" y="2351"/>
                  </a:lnTo>
                  <a:lnTo>
                    <a:pt x="16174" y="2445"/>
                  </a:lnTo>
                  <a:lnTo>
                    <a:pt x="13353" y="5266"/>
                  </a:lnTo>
                  <a:lnTo>
                    <a:pt x="13259" y="5454"/>
                  </a:lnTo>
                  <a:lnTo>
                    <a:pt x="12977" y="5454"/>
                  </a:lnTo>
                  <a:lnTo>
                    <a:pt x="12883" y="5266"/>
                  </a:lnTo>
                  <a:lnTo>
                    <a:pt x="12789" y="5172"/>
                  </a:lnTo>
                  <a:lnTo>
                    <a:pt x="12789" y="5078"/>
                  </a:lnTo>
                  <a:lnTo>
                    <a:pt x="12789" y="4889"/>
                  </a:lnTo>
                  <a:lnTo>
                    <a:pt x="12883" y="4795"/>
                  </a:lnTo>
                  <a:lnTo>
                    <a:pt x="15703" y="1975"/>
                  </a:lnTo>
                  <a:lnTo>
                    <a:pt x="15891" y="1881"/>
                  </a:lnTo>
                  <a:close/>
                  <a:moveTo>
                    <a:pt x="15609" y="10719"/>
                  </a:moveTo>
                  <a:lnTo>
                    <a:pt x="16832" y="11942"/>
                  </a:lnTo>
                  <a:lnTo>
                    <a:pt x="16550" y="12318"/>
                  </a:lnTo>
                  <a:lnTo>
                    <a:pt x="16268" y="12506"/>
                  </a:lnTo>
                  <a:lnTo>
                    <a:pt x="15045" y="11283"/>
                  </a:lnTo>
                  <a:lnTo>
                    <a:pt x="15233" y="11001"/>
                  </a:lnTo>
                  <a:lnTo>
                    <a:pt x="15421" y="10813"/>
                  </a:lnTo>
                  <a:lnTo>
                    <a:pt x="15609" y="10719"/>
                  </a:lnTo>
                  <a:close/>
                  <a:moveTo>
                    <a:pt x="17866" y="3573"/>
                  </a:moveTo>
                  <a:lnTo>
                    <a:pt x="24072" y="9779"/>
                  </a:lnTo>
                  <a:lnTo>
                    <a:pt x="20687" y="13164"/>
                  </a:lnTo>
                  <a:lnTo>
                    <a:pt x="14481" y="6958"/>
                  </a:lnTo>
                  <a:lnTo>
                    <a:pt x="17866" y="3573"/>
                  </a:lnTo>
                  <a:close/>
                  <a:moveTo>
                    <a:pt x="25482" y="11283"/>
                  </a:moveTo>
                  <a:lnTo>
                    <a:pt x="25576" y="11377"/>
                  </a:lnTo>
                  <a:lnTo>
                    <a:pt x="25670" y="11565"/>
                  </a:lnTo>
                  <a:lnTo>
                    <a:pt x="25764" y="11659"/>
                  </a:lnTo>
                  <a:lnTo>
                    <a:pt x="25670" y="11754"/>
                  </a:lnTo>
                  <a:lnTo>
                    <a:pt x="25576" y="11848"/>
                  </a:lnTo>
                  <a:lnTo>
                    <a:pt x="22755" y="14668"/>
                  </a:lnTo>
                  <a:lnTo>
                    <a:pt x="22661" y="14856"/>
                  </a:lnTo>
                  <a:lnTo>
                    <a:pt x="22379" y="14856"/>
                  </a:lnTo>
                  <a:lnTo>
                    <a:pt x="22285" y="14668"/>
                  </a:lnTo>
                  <a:lnTo>
                    <a:pt x="22191" y="14574"/>
                  </a:lnTo>
                  <a:lnTo>
                    <a:pt x="22191" y="14480"/>
                  </a:lnTo>
                  <a:lnTo>
                    <a:pt x="22191" y="14292"/>
                  </a:lnTo>
                  <a:lnTo>
                    <a:pt x="22285" y="14198"/>
                  </a:lnTo>
                  <a:lnTo>
                    <a:pt x="25106" y="11377"/>
                  </a:lnTo>
                  <a:lnTo>
                    <a:pt x="25200" y="11283"/>
                  </a:lnTo>
                  <a:close/>
                  <a:moveTo>
                    <a:pt x="13729" y="12600"/>
                  </a:moveTo>
                  <a:lnTo>
                    <a:pt x="15045" y="13916"/>
                  </a:lnTo>
                  <a:lnTo>
                    <a:pt x="14857" y="14386"/>
                  </a:lnTo>
                  <a:lnTo>
                    <a:pt x="14575" y="14856"/>
                  </a:lnTo>
                  <a:lnTo>
                    <a:pt x="14293" y="15233"/>
                  </a:lnTo>
                  <a:lnTo>
                    <a:pt x="13823" y="15515"/>
                  </a:lnTo>
                  <a:lnTo>
                    <a:pt x="11378" y="17019"/>
                  </a:lnTo>
                  <a:lnTo>
                    <a:pt x="10532" y="16173"/>
                  </a:lnTo>
                  <a:lnTo>
                    <a:pt x="12036" y="13728"/>
                  </a:lnTo>
                  <a:lnTo>
                    <a:pt x="12318" y="13352"/>
                  </a:lnTo>
                  <a:lnTo>
                    <a:pt x="12789" y="12976"/>
                  </a:lnTo>
                  <a:lnTo>
                    <a:pt x="13259" y="12788"/>
                  </a:lnTo>
                  <a:lnTo>
                    <a:pt x="13729" y="12600"/>
                  </a:lnTo>
                  <a:close/>
                  <a:moveTo>
                    <a:pt x="9027" y="17301"/>
                  </a:moveTo>
                  <a:lnTo>
                    <a:pt x="10250" y="18523"/>
                  </a:lnTo>
                  <a:lnTo>
                    <a:pt x="10062" y="18900"/>
                  </a:lnTo>
                  <a:lnTo>
                    <a:pt x="9686" y="19088"/>
                  </a:lnTo>
                  <a:lnTo>
                    <a:pt x="8463" y="17865"/>
                  </a:lnTo>
                  <a:lnTo>
                    <a:pt x="8745" y="17489"/>
                  </a:lnTo>
                  <a:lnTo>
                    <a:pt x="9027" y="17301"/>
                  </a:lnTo>
                  <a:close/>
                  <a:moveTo>
                    <a:pt x="7523" y="19558"/>
                  </a:moveTo>
                  <a:lnTo>
                    <a:pt x="8087" y="20122"/>
                  </a:lnTo>
                  <a:lnTo>
                    <a:pt x="2540" y="25576"/>
                  </a:lnTo>
                  <a:lnTo>
                    <a:pt x="2351" y="25764"/>
                  </a:lnTo>
                  <a:lnTo>
                    <a:pt x="2069" y="25764"/>
                  </a:lnTo>
                  <a:lnTo>
                    <a:pt x="1975" y="25576"/>
                  </a:lnTo>
                  <a:lnTo>
                    <a:pt x="1881" y="25482"/>
                  </a:lnTo>
                  <a:lnTo>
                    <a:pt x="1881" y="25388"/>
                  </a:lnTo>
                  <a:lnTo>
                    <a:pt x="1881" y="25199"/>
                  </a:lnTo>
                  <a:lnTo>
                    <a:pt x="1975" y="25105"/>
                  </a:lnTo>
                  <a:lnTo>
                    <a:pt x="7523" y="19558"/>
                  </a:lnTo>
                  <a:close/>
                  <a:moveTo>
                    <a:pt x="15515" y="0"/>
                  </a:moveTo>
                  <a:lnTo>
                    <a:pt x="15139" y="94"/>
                  </a:lnTo>
                  <a:lnTo>
                    <a:pt x="14763" y="376"/>
                  </a:lnTo>
                  <a:lnTo>
                    <a:pt x="14387" y="658"/>
                  </a:lnTo>
                  <a:lnTo>
                    <a:pt x="11566" y="3479"/>
                  </a:lnTo>
                  <a:lnTo>
                    <a:pt x="11284" y="3855"/>
                  </a:lnTo>
                  <a:lnTo>
                    <a:pt x="11096" y="4231"/>
                  </a:lnTo>
                  <a:lnTo>
                    <a:pt x="10908" y="4607"/>
                  </a:lnTo>
                  <a:lnTo>
                    <a:pt x="10908" y="5078"/>
                  </a:lnTo>
                  <a:lnTo>
                    <a:pt x="10908" y="5548"/>
                  </a:lnTo>
                  <a:lnTo>
                    <a:pt x="11096" y="5924"/>
                  </a:lnTo>
                  <a:lnTo>
                    <a:pt x="11284" y="6300"/>
                  </a:lnTo>
                  <a:lnTo>
                    <a:pt x="11566" y="6676"/>
                  </a:lnTo>
                  <a:lnTo>
                    <a:pt x="11942" y="6958"/>
                  </a:lnTo>
                  <a:lnTo>
                    <a:pt x="12224" y="7146"/>
                  </a:lnTo>
                  <a:lnTo>
                    <a:pt x="12318" y="7334"/>
                  </a:lnTo>
                  <a:lnTo>
                    <a:pt x="12506" y="7616"/>
                  </a:lnTo>
                  <a:lnTo>
                    <a:pt x="14293" y="9403"/>
                  </a:lnTo>
                  <a:lnTo>
                    <a:pt x="14011" y="9685"/>
                  </a:lnTo>
                  <a:lnTo>
                    <a:pt x="13729" y="10061"/>
                  </a:lnTo>
                  <a:lnTo>
                    <a:pt x="13541" y="10437"/>
                  </a:lnTo>
                  <a:lnTo>
                    <a:pt x="13353" y="10813"/>
                  </a:lnTo>
                  <a:lnTo>
                    <a:pt x="12506" y="11095"/>
                  </a:lnTo>
                  <a:lnTo>
                    <a:pt x="11754" y="11471"/>
                  </a:lnTo>
                  <a:lnTo>
                    <a:pt x="11002" y="12036"/>
                  </a:lnTo>
                  <a:lnTo>
                    <a:pt x="10532" y="12788"/>
                  </a:lnTo>
                  <a:lnTo>
                    <a:pt x="8839" y="15515"/>
                  </a:lnTo>
                  <a:lnTo>
                    <a:pt x="8463" y="15609"/>
                  </a:lnTo>
                  <a:lnTo>
                    <a:pt x="8087" y="15797"/>
                  </a:lnTo>
                  <a:lnTo>
                    <a:pt x="7711" y="16079"/>
                  </a:lnTo>
                  <a:lnTo>
                    <a:pt x="7429" y="16361"/>
                  </a:lnTo>
                  <a:lnTo>
                    <a:pt x="7147" y="16643"/>
                  </a:lnTo>
                  <a:lnTo>
                    <a:pt x="6959" y="17019"/>
                  </a:lnTo>
                  <a:lnTo>
                    <a:pt x="6771" y="17395"/>
                  </a:lnTo>
                  <a:lnTo>
                    <a:pt x="6677" y="17865"/>
                  </a:lnTo>
                  <a:lnTo>
                    <a:pt x="659" y="23695"/>
                  </a:lnTo>
                  <a:lnTo>
                    <a:pt x="377" y="24071"/>
                  </a:lnTo>
                  <a:lnTo>
                    <a:pt x="95" y="24447"/>
                  </a:lnTo>
                  <a:lnTo>
                    <a:pt x="1" y="24917"/>
                  </a:lnTo>
                  <a:lnTo>
                    <a:pt x="1" y="25388"/>
                  </a:lnTo>
                  <a:lnTo>
                    <a:pt x="1" y="25764"/>
                  </a:lnTo>
                  <a:lnTo>
                    <a:pt x="95" y="26234"/>
                  </a:lnTo>
                  <a:lnTo>
                    <a:pt x="377" y="26610"/>
                  </a:lnTo>
                  <a:lnTo>
                    <a:pt x="659" y="26986"/>
                  </a:lnTo>
                  <a:lnTo>
                    <a:pt x="941" y="27268"/>
                  </a:lnTo>
                  <a:lnTo>
                    <a:pt x="1317" y="27456"/>
                  </a:lnTo>
                  <a:lnTo>
                    <a:pt x="1787" y="27550"/>
                  </a:lnTo>
                  <a:lnTo>
                    <a:pt x="2257" y="27644"/>
                  </a:lnTo>
                  <a:lnTo>
                    <a:pt x="2634" y="27550"/>
                  </a:lnTo>
                  <a:lnTo>
                    <a:pt x="3104" y="27456"/>
                  </a:lnTo>
                  <a:lnTo>
                    <a:pt x="3480" y="27268"/>
                  </a:lnTo>
                  <a:lnTo>
                    <a:pt x="3856" y="26892"/>
                  </a:lnTo>
                  <a:lnTo>
                    <a:pt x="9780" y="20968"/>
                  </a:lnTo>
                  <a:lnTo>
                    <a:pt x="10250" y="20874"/>
                  </a:lnTo>
                  <a:lnTo>
                    <a:pt x="10626" y="20686"/>
                  </a:lnTo>
                  <a:lnTo>
                    <a:pt x="11002" y="20498"/>
                  </a:lnTo>
                  <a:lnTo>
                    <a:pt x="11284" y="20216"/>
                  </a:lnTo>
                  <a:lnTo>
                    <a:pt x="11566" y="19934"/>
                  </a:lnTo>
                  <a:lnTo>
                    <a:pt x="11848" y="19558"/>
                  </a:lnTo>
                  <a:lnTo>
                    <a:pt x="12036" y="19182"/>
                  </a:lnTo>
                  <a:lnTo>
                    <a:pt x="12130" y="18806"/>
                  </a:lnTo>
                  <a:lnTo>
                    <a:pt x="14857" y="17113"/>
                  </a:lnTo>
                  <a:lnTo>
                    <a:pt x="15515" y="16643"/>
                  </a:lnTo>
                  <a:lnTo>
                    <a:pt x="16174" y="15985"/>
                  </a:lnTo>
                  <a:lnTo>
                    <a:pt x="16550" y="15139"/>
                  </a:lnTo>
                  <a:lnTo>
                    <a:pt x="16832" y="14292"/>
                  </a:lnTo>
                  <a:lnTo>
                    <a:pt x="17208" y="14104"/>
                  </a:lnTo>
                  <a:lnTo>
                    <a:pt x="17584" y="13916"/>
                  </a:lnTo>
                  <a:lnTo>
                    <a:pt x="17960" y="13634"/>
                  </a:lnTo>
                  <a:lnTo>
                    <a:pt x="18242" y="13352"/>
                  </a:lnTo>
                  <a:lnTo>
                    <a:pt x="20029" y="15139"/>
                  </a:lnTo>
                  <a:lnTo>
                    <a:pt x="20217" y="15327"/>
                  </a:lnTo>
                  <a:lnTo>
                    <a:pt x="20499" y="15421"/>
                  </a:lnTo>
                  <a:lnTo>
                    <a:pt x="20687" y="15797"/>
                  </a:lnTo>
                  <a:lnTo>
                    <a:pt x="20969" y="16079"/>
                  </a:lnTo>
                  <a:lnTo>
                    <a:pt x="21345" y="16361"/>
                  </a:lnTo>
                  <a:lnTo>
                    <a:pt x="21721" y="16549"/>
                  </a:lnTo>
                  <a:lnTo>
                    <a:pt x="22097" y="16737"/>
                  </a:lnTo>
                  <a:lnTo>
                    <a:pt x="23038" y="16737"/>
                  </a:lnTo>
                  <a:lnTo>
                    <a:pt x="23414" y="16549"/>
                  </a:lnTo>
                  <a:lnTo>
                    <a:pt x="23790" y="16361"/>
                  </a:lnTo>
                  <a:lnTo>
                    <a:pt x="24166" y="16079"/>
                  </a:lnTo>
                  <a:lnTo>
                    <a:pt x="26987" y="13258"/>
                  </a:lnTo>
                  <a:lnTo>
                    <a:pt x="27269" y="12882"/>
                  </a:lnTo>
                  <a:lnTo>
                    <a:pt x="27551" y="12506"/>
                  </a:lnTo>
                  <a:lnTo>
                    <a:pt x="27645" y="12036"/>
                  </a:lnTo>
                  <a:lnTo>
                    <a:pt x="27645" y="11659"/>
                  </a:lnTo>
                  <a:lnTo>
                    <a:pt x="27645" y="11189"/>
                  </a:lnTo>
                  <a:lnTo>
                    <a:pt x="27551" y="10813"/>
                  </a:lnTo>
                  <a:lnTo>
                    <a:pt x="27269" y="10437"/>
                  </a:lnTo>
                  <a:lnTo>
                    <a:pt x="26987" y="10061"/>
                  </a:lnTo>
                  <a:lnTo>
                    <a:pt x="26705" y="9779"/>
                  </a:lnTo>
                  <a:lnTo>
                    <a:pt x="26329" y="9591"/>
                  </a:lnTo>
                  <a:lnTo>
                    <a:pt x="26234" y="9309"/>
                  </a:lnTo>
                  <a:lnTo>
                    <a:pt x="26046" y="9121"/>
                  </a:lnTo>
                  <a:lnTo>
                    <a:pt x="18524" y="1599"/>
                  </a:lnTo>
                  <a:lnTo>
                    <a:pt x="18336" y="1410"/>
                  </a:lnTo>
                  <a:lnTo>
                    <a:pt x="18054" y="1316"/>
                  </a:lnTo>
                  <a:lnTo>
                    <a:pt x="17866" y="940"/>
                  </a:lnTo>
                  <a:lnTo>
                    <a:pt x="17584" y="658"/>
                  </a:lnTo>
                  <a:lnTo>
                    <a:pt x="17208" y="376"/>
                  </a:lnTo>
                  <a:lnTo>
                    <a:pt x="16832" y="94"/>
                  </a:lnTo>
                  <a:lnTo>
                    <a:pt x="164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8"/>
            <p:cNvSpPr/>
            <p:nvPr/>
          </p:nvSpPr>
          <p:spPr>
            <a:xfrm>
              <a:off x="6801250" y="4956650"/>
              <a:ext cx="470150" cy="188075"/>
            </a:xfrm>
            <a:custGeom>
              <a:avLst/>
              <a:gdLst/>
              <a:ahLst/>
              <a:cxnLst/>
              <a:rect l="l" t="t" r="r" b="b"/>
              <a:pathLst>
                <a:path w="18806" h="7523" extrusionOk="0">
                  <a:moveTo>
                    <a:pt x="14104" y="1881"/>
                  </a:moveTo>
                  <a:lnTo>
                    <a:pt x="14104" y="2821"/>
                  </a:lnTo>
                  <a:lnTo>
                    <a:pt x="4702" y="2821"/>
                  </a:lnTo>
                  <a:lnTo>
                    <a:pt x="4702" y="1881"/>
                  </a:lnTo>
                  <a:close/>
                  <a:moveTo>
                    <a:pt x="15515" y="4702"/>
                  </a:moveTo>
                  <a:lnTo>
                    <a:pt x="15985" y="4890"/>
                  </a:lnTo>
                  <a:lnTo>
                    <a:pt x="16361" y="5266"/>
                  </a:lnTo>
                  <a:lnTo>
                    <a:pt x="16643" y="5642"/>
                  </a:lnTo>
                  <a:lnTo>
                    <a:pt x="2069" y="5642"/>
                  </a:lnTo>
                  <a:lnTo>
                    <a:pt x="2445" y="5266"/>
                  </a:lnTo>
                  <a:lnTo>
                    <a:pt x="2821" y="4890"/>
                  </a:lnTo>
                  <a:lnTo>
                    <a:pt x="3197" y="4702"/>
                  </a:lnTo>
                  <a:close/>
                  <a:moveTo>
                    <a:pt x="3385" y="1"/>
                  </a:moveTo>
                  <a:lnTo>
                    <a:pt x="3103" y="283"/>
                  </a:lnTo>
                  <a:lnTo>
                    <a:pt x="2821" y="565"/>
                  </a:lnTo>
                  <a:lnTo>
                    <a:pt x="2821" y="941"/>
                  </a:lnTo>
                  <a:lnTo>
                    <a:pt x="2821" y="2915"/>
                  </a:lnTo>
                  <a:lnTo>
                    <a:pt x="2163" y="3104"/>
                  </a:lnTo>
                  <a:lnTo>
                    <a:pt x="1693" y="3386"/>
                  </a:lnTo>
                  <a:lnTo>
                    <a:pt x="1223" y="3762"/>
                  </a:lnTo>
                  <a:lnTo>
                    <a:pt x="752" y="4232"/>
                  </a:lnTo>
                  <a:lnTo>
                    <a:pt x="470" y="4702"/>
                  </a:lnTo>
                  <a:lnTo>
                    <a:pt x="188" y="5266"/>
                  </a:lnTo>
                  <a:lnTo>
                    <a:pt x="0" y="5924"/>
                  </a:lnTo>
                  <a:lnTo>
                    <a:pt x="0" y="6583"/>
                  </a:lnTo>
                  <a:lnTo>
                    <a:pt x="0" y="6959"/>
                  </a:lnTo>
                  <a:lnTo>
                    <a:pt x="282" y="7241"/>
                  </a:lnTo>
                  <a:lnTo>
                    <a:pt x="564" y="7429"/>
                  </a:lnTo>
                  <a:lnTo>
                    <a:pt x="940" y="7523"/>
                  </a:lnTo>
                  <a:lnTo>
                    <a:pt x="17865" y="7523"/>
                  </a:lnTo>
                  <a:lnTo>
                    <a:pt x="18242" y="7429"/>
                  </a:lnTo>
                  <a:lnTo>
                    <a:pt x="18524" y="7241"/>
                  </a:lnTo>
                  <a:lnTo>
                    <a:pt x="18712" y="6959"/>
                  </a:lnTo>
                  <a:lnTo>
                    <a:pt x="18806" y="6583"/>
                  </a:lnTo>
                  <a:lnTo>
                    <a:pt x="18712" y="5924"/>
                  </a:lnTo>
                  <a:lnTo>
                    <a:pt x="18524" y="5266"/>
                  </a:lnTo>
                  <a:lnTo>
                    <a:pt x="18336" y="4702"/>
                  </a:lnTo>
                  <a:lnTo>
                    <a:pt x="17959" y="4232"/>
                  </a:lnTo>
                  <a:lnTo>
                    <a:pt x="17583" y="3762"/>
                  </a:lnTo>
                  <a:lnTo>
                    <a:pt x="17113" y="3386"/>
                  </a:lnTo>
                  <a:lnTo>
                    <a:pt x="16549" y="3104"/>
                  </a:lnTo>
                  <a:lnTo>
                    <a:pt x="15985" y="2915"/>
                  </a:lnTo>
                  <a:lnTo>
                    <a:pt x="15985" y="941"/>
                  </a:lnTo>
                  <a:lnTo>
                    <a:pt x="15891" y="565"/>
                  </a:lnTo>
                  <a:lnTo>
                    <a:pt x="15703" y="283"/>
                  </a:lnTo>
                  <a:lnTo>
                    <a:pt x="154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7" name="Google Shape;117;p18"/>
          <p:cNvSpPr txBox="1">
            <a:spLocks noGrp="1"/>
          </p:cNvSpPr>
          <p:nvPr>
            <p:ph type="sldNum" idx="12"/>
          </p:nvPr>
        </p:nvSpPr>
        <p:spPr>
          <a:xfrm>
            <a:off x="-125" y="47498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>
            <a:spLocks noGrp="1"/>
          </p:cNvSpPr>
          <p:nvPr>
            <p:ph type="title"/>
          </p:nvPr>
        </p:nvSpPr>
        <p:spPr>
          <a:xfrm>
            <a:off x="1337275" y="556600"/>
            <a:ext cx="6469500" cy="7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¿EL bienestar solo es un sentimiento?</a:t>
            </a:r>
            <a:endParaRPr dirty="0"/>
          </a:p>
        </p:txBody>
      </p:sp>
      <p:pic>
        <p:nvPicPr>
          <p:cNvPr id="141" name="Google Shape;1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7950" y="1539526"/>
            <a:ext cx="2408100" cy="2408100"/>
          </a:xfrm>
          <a:prstGeom prst="ellipse">
            <a:avLst/>
          </a:prstGeom>
          <a:noFill/>
          <a:ln w="76200" cap="flat" cmpd="thickThin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2" name="Google Shape;142;p21"/>
          <p:cNvSpPr txBox="1">
            <a:spLocks noGrp="1"/>
          </p:cNvSpPr>
          <p:nvPr>
            <p:ph type="sldNum" idx="12"/>
          </p:nvPr>
        </p:nvSpPr>
        <p:spPr>
          <a:xfrm>
            <a:off x="-125" y="47498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>
            <a:spLocks noGrp="1"/>
          </p:cNvSpPr>
          <p:nvPr>
            <p:ph type="ctrTitle" idx="4294967295"/>
          </p:nvPr>
        </p:nvSpPr>
        <p:spPr>
          <a:xfrm>
            <a:off x="685800" y="18881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-PE" dirty="0"/>
              <a:t>Para Sócrates el que es feliz y está bien es el virtuoso y tiene una estado de conciencia armonioso</a:t>
            </a:r>
            <a:endParaRPr sz="9600" dirty="0"/>
          </a:p>
        </p:txBody>
      </p:sp>
      <p:sp>
        <p:nvSpPr>
          <p:cNvPr id="185" name="Google Shape;185;p26"/>
          <p:cNvSpPr txBox="1">
            <a:spLocks noGrp="1"/>
          </p:cNvSpPr>
          <p:nvPr>
            <p:ph type="subTitle" idx="4294967295"/>
          </p:nvPr>
        </p:nvSpPr>
        <p:spPr>
          <a:xfrm>
            <a:off x="685675" y="3338817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PE" dirty="0"/>
              <a:t>Este estado está más allá de la fluctuación de los sentimientos</a:t>
            </a:r>
            <a:endParaRPr dirty="0"/>
          </a:p>
        </p:txBody>
      </p:sp>
      <p:sp>
        <p:nvSpPr>
          <p:cNvPr id="186" name="Google Shape;186;p26"/>
          <p:cNvSpPr txBox="1">
            <a:spLocks noGrp="1"/>
          </p:cNvSpPr>
          <p:nvPr>
            <p:ph type="sldNum" idx="12"/>
          </p:nvPr>
        </p:nvSpPr>
        <p:spPr>
          <a:xfrm>
            <a:off x="-125" y="47498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3565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>
            <a:spLocks noGrp="1"/>
          </p:cNvSpPr>
          <p:nvPr>
            <p:ph type="title"/>
          </p:nvPr>
        </p:nvSpPr>
        <p:spPr>
          <a:xfrm>
            <a:off x="1337275" y="556600"/>
            <a:ext cx="6469500" cy="7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 virtud: excelencia</a:t>
            </a:r>
            <a:endParaRPr dirty="0"/>
          </a:p>
        </p:txBody>
      </p:sp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1337275" y="1476919"/>
            <a:ext cx="6469500" cy="34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▣"/>
            </a:pPr>
            <a:r>
              <a:rPr lang="es-PE" dirty="0"/>
              <a:t>Podría decirse que en el estar bien del virtuoso hay un sentimiento de bienestar, de satisfacción, pero no es un sentimiento cualquiera que se basa en el placer y el dolor físicos o momentáneos.</a:t>
            </a:r>
            <a:endParaRPr dirty="0"/>
          </a:p>
        </p:txBody>
      </p:sp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-125" y="47498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1489575" y="2161800"/>
            <a:ext cx="61647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“Siendo dos los objetos [cuerpo y alma], mantengo que existen dos artes: a la que afecta el alma, la llamo política (…) Como parte del arte político el derecho entra en correlación con la gimnasia, y la justicia corresponde con la medicina” (Gorgias 463d)</a:t>
            </a:r>
            <a:endParaRPr dirty="0"/>
          </a:p>
        </p:txBody>
      </p:sp>
      <p:sp>
        <p:nvSpPr>
          <p:cNvPr id="100" name="Google Shape;100;p16"/>
          <p:cNvSpPr txBox="1">
            <a:spLocks noGrp="1"/>
          </p:cNvSpPr>
          <p:nvPr>
            <p:ph type="sldNum" idx="12"/>
          </p:nvPr>
        </p:nvSpPr>
        <p:spPr>
          <a:xfrm>
            <a:off x="-125" y="47498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14838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1489575" y="2161800"/>
            <a:ext cx="61647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indent="0" algn="just">
              <a:buNone/>
            </a:pPr>
            <a:r>
              <a:rPr lang="en" dirty="0"/>
              <a:t>“</a:t>
            </a:r>
            <a:r>
              <a:rPr lang="es-MX" i="0" dirty="0"/>
              <a:t>Creo que soy uno de los pocos atenienses, por </a:t>
            </a:r>
            <a:r>
              <a:rPr lang="es-PE" i="0" dirty="0"/>
              <a:t>decir el único, que se dedica al verdadero arte de la </a:t>
            </a:r>
            <a:r>
              <a:rPr lang="es-MX" i="0" dirty="0"/>
              <a:t>política y el único que la practica en estos tiempos; pero como, en todo caso, lo que constantemente digo no es para agradar, si no que busca el mayor bien y no el mayor </a:t>
            </a:r>
            <a:r>
              <a:rPr lang="es-PE" i="0" dirty="0"/>
              <a:t>placer</a:t>
            </a:r>
            <a:r>
              <a:rPr lang="en" dirty="0"/>
              <a:t>” (Gorgias 521a)</a:t>
            </a:r>
            <a:endParaRPr dirty="0"/>
          </a:p>
        </p:txBody>
      </p:sp>
      <p:sp>
        <p:nvSpPr>
          <p:cNvPr id="100" name="Google Shape;100;p16"/>
          <p:cNvSpPr txBox="1">
            <a:spLocks noGrp="1"/>
          </p:cNvSpPr>
          <p:nvPr>
            <p:ph type="sldNum" idx="12"/>
          </p:nvPr>
        </p:nvSpPr>
        <p:spPr>
          <a:xfrm>
            <a:off x="-125" y="47498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2040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>
            <a:spLocks noGrp="1"/>
          </p:cNvSpPr>
          <p:nvPr>
            <p:ph type="body" idx="1"/>
          </p:nvPr>
        </p:nvSpPr>
        <p:spPr>
          <a:xfrm>
            <a:off x="828645" y="1526241"/>
            <a:ext cx="3583500" cy="23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Bello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Lo bueno es bello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La justicia es bella, y es valorada socialmente. 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Es digno de honra ser virtuoso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El que es feliz, lo es socialmente.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Aunque se deba obedecer la propia razón que a la de la mayoría</a:t>
            </a:r>
            <a:endParaRPr dirty="0"/>
          </a:p>
        </p:txBody>
      </p:sp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1337275" y="556600"/>
            <a:ext cx="6469500" cy="7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 bello y lo feo</a:t>
            </a:r>
            <a:endParaRPr dirty="0"/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2"/>
          </p:nvPr>
        </p:nvSpPr>
        <p:spPr>
          <a:xfrm>
            <a:off x="4679899" y="1526852"/>
            <a:ext cx="3583500" cy="23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Feo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Lo malo es vergonzoso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Vergonzoso es cometer injusticia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Es mal visto y es más vergonzoso cometer una injusticia, por ello es necesariamente más malo.</a:t>
            </a:r>
            <a:endParaRPr dirty="0"/>
          </a:p>
        </p:txBody>
      </p:sp>
      <p:sp>
        <p:nvSpPr>
          <p:cNvPr id="125" name="Google Shape;125;p19"/>
          <p:cNvSpPr txBox="1">
            <a:spLocks noGrp="1"/>
          </p:cNvSpPr>
          <p:nvPr>
            <p:ph type="sldNum" idx="12"/>
          </p:nvPr>
        </p:nvSpPr>
        <p:spPr>
          <a:xfrm>
            <a:off x="-125" y="47498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>
            <a:spLocks noGrp="1"/>
          </p:cNvSpPr>
          <p:nvPr>
            <p:ph type="body" idx="1"/>
          </p:nvPr>
        </p:nvSpPr>
        <p:spPr>
          <a:xfrm>
            <a:off x="828645" y="1526241"/>
            <a:ext cx="3583500" cy="23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Placer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El hombre licencioso tendrá placer. Ello es la felicidad para Calicles. El moderado no tendría más placer, y quedaría como una piedra.</a:t>
            </a:r>
          </a:p>
        </p:txBody>
      </p:sp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1337275" y="556600"/>
            <a:ext cx="6469500" cy="7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Contradicción de Calicles</a:t>
            </a:r>
            <a:endParaRPr dirty="0"/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2"/>
          </p:nvPr>
        </p:nvSpPr>
        <p:spPr>
          <a:xfrm>
            <a:off x="4679899" y="1526852"/>
            <a:ext cx="3583500" cy="23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PE" b="1" dirty="0"/>
              <a:t>Dolor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Obtiene placer , pero a la vez dolor.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Sócrates pregunta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¿El placer es lo mismo que el bien?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19"/>
          <p:cNvSpPr txBox="1">
            <a:spLocks noGrp="1"/>
          </p:cNvSpPr>
          <p:nvPr>
            <p:ph type="sldNum" idx="12"/>
          </p:nvPr>
        </p:nvSpPr>
        <p:spPr>
          <a:xfrm>
            <a:off x="-125" y="47498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13511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>
            <a:spLocks noGrp="1"/>
          </p:cNvSpPr>
          <p:nvPr>
            <p:ph type="title"/>
          </p:nvPr>
        </p:nvSpPr>
        <p:spPr>
          <a:xfrm>
            <a:off x="1337275" y="556600"/>
            <a:ext cx="6469500" cy="7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Sócrates</a:t>
            </a:r>
            <a:endParaRPr dirty="0"/>
          </a:p>
        </p:txBody>
      </p:sp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1337275" y="1476919"/>
            <a:ext cx="6469500" cy="34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b="1" dirty="0"/>
              <a:t>¿Qué pasaría si un hombre quisiera rascarse por la sarna?</a:t>
            </a:r>
          </a:p>
          <a:p>
            <a:pPr marL="0" lvl="0" indent="0">
              <a:buNone/>
            </a:pPr>
            <a:r>
              <a:rPr lang="es-MX" b="1" dirty="0"/>
              <a:t>Si el placer representa el bien y el dolor el mal, habría una contradicción. Pues al buscar el placer teniendo sarna advendría el dolor.</a:t>
            </a:r>
          </a:p>
          <a:p>
            <a:pPr marL="0" lvl="0" indent="0">
              <a:buNone/>
            </a:pPr>
            <a:endParaRPr lang="es-MX" b="1" dirty="0"/>
          </a:p>
          <a:p>
            <a:pPr marL="0" lvl="0" indent="0">
              <a:buNone/>
            </a:pPr>
            <a:r>
              <a:rPr lang="es-MX" b="1" dirty="0"/>
              <a:t>No se pueden sentir placer y a la vez dolor. Sus efectos terminan y luego comienzan otros.</a:t>
            </a:r>
          </a:p>
          <a:p>
            <a:pPr marL="0" lvl="0" indent="0">
              <a:buNone/>
            </a:pPr>
            <a:r>
              <a:rPr lang="es-MX" b="1" dirty="0"/>
              <a:t>Siempre se debe seguir el placer y el dolor que conduzca al alma hacia el bien. Es mejor reprimir placer para un bien.</a:t>
            </a:r>
          </a:p>
        </p:txBody>
      </p:sp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-125" y="47498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7356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>
            <a:spLocks noGrp="1"/>
          </p:cNvSpPr>
          <p:nvPr>
            <p:ph type="title"/>
          </p:nvPr>
        </p:nvSpPr>
        <p:spPr>
          <a:xfrm>
            <a:off x="1337275" y="556600"/>
            <a:ext cx="6469500" cy="7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Sócrates</a:t>
            </a:r>
            <a:endParaRPr dirty="0"/>
          </a:p>
        </p:txBody>
      </p:sp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1337275" y="1301050"/>
            <a:ext cx="6469500" cy="34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b="1" dirty="0"/>
              <a:t>Lo agradable y lo bueno no son la misma cosa</a:t>
            </a:r>
          </a:p>
          <a:p>
            <a:pPr marL="0" lvl="0" indent="0">
              <a:buNone/>
            </a:pPr>
            <a:r>
              <a:rPr lang="es-MX" b="1" dirty="0"/>
              <a:t>Saciar el hambre en exceso no es bueno y causa enfermedad</a:t>
            </a:r>
          </a:p>
          <a:p>
            <a:pPr marL="0" lvl="0" indent="0">
              <a:buNone/>
            </a:pPr>
            <a:r>
              <a:rPr lang="es-MX" b="1" dirty="0"/>
              <a:t>Se debe hacer lo agradable a causa de lo bueno</a:t>
            </a:r>
          </a:p>
          <a:p>
            <a:pPr marL="0" lvl="0" indent="0">
              <a:buNone/>
            </a:pPr>
            <a:r>
              <a:rPr lang="es-MX" b="1" dirty="0"/>
              <a:t>Alimentarse con la moderación</a:t>
            </a:r>
          </a:p>
          <a:p>
            <a:pPr marL="0" lvl="0" indent="0">
              <a:buNone/>
            </a:pPr>
            <a:r>
              <a:rPr lang="es-MX" b="1" dirty="0"/>
              <a:t>La moderación es mejor que la licencia</a:t>
            </a:r>
          </a:p>
          <a:p>
            <a:pPr marL="0" lvl="0" indent="0">
              <a:buNone/>
            </a:pPr>
            <a:r>
              <a:rPr lang="es-MX" b="1" dirty="0"/>
              <a:t>El nombre moderado es bueno</a:t>
            </a:r>
          </a:p>
          <a:p>
            <a:pPr marL="0" lvl="0" indent="0">
              <a:buNone/>
            </a:pPr>
            <a:r>
              <a:rPr lang="es-MX" b="1" dirty="0"/>
              <a:t>Se debe buscar el castigo necesario para limpiar el alma</a:t>
            </a:r>
          </a:p>
          <a:p>
            <a:pPr marL="0" lvl="0" indent="0">
              <a:buNone/>
            </a:pPr>
            <a:r>
              <a:rPr lang="es-MX" b="1" dirty="0"/>
              <a:t>Cometer injusticia es peor que recibirla</a:t>
            </a:r>
          </a:p>
          <a:p>
            <a:pPr marL="0" lvl="0" indent="0">
              <a:buNone/>
            </a:pPr>
            <a:r>
              <a:rPr lang="es-MX" b="1" dirty="0"/>
              <a:t>Usar la retórica para que se arrepientan ante la ley</a:t>
            </a:r>
          </a:p>
          <a:p>
            <a:pPr marL="0" lvl="0" indent="0">
              <a:buNone/>
            </a:pPr>
            <a:endParaRPr lang="es-MX" b="1" dirty="0"/>
          </a:p>
          <a:p>
            <a:pPr marL="0" lvl="0" indent="0">
              <a:buNone/>
            </a:pPr>
            <a:endParaRPr lang="es-MX" b="1" dirty="0"/>
          </a:p>
          <a:p>
            <a:pPr marL="0" lvl="0" indent="0">
              <a:buNone/>
            </a:pPr>
            <a:endParaRPr lang="es-MX" b="1" dirty="0"/>
          </a:p>
          <a:p>
            <a:pPr marL="0" lvl="0" indent="0">
              <a:buNone/>
            </a:pPr>
            <a:endParaRPr lang="es-MX" b="1" dirty="0"/>
          </a:p>
        </p:txBody>
      </p:sp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-125" y="47498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40683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 txBox="1">
            <a:spLocks noGrp="1"/>
          </p:cNvSpPr>
          <p:nvPr>
            <p:ph type="ctrTitle" idx="4294967295"/>
          </p:nvPr>
        </p:nvSpPr>
        <p:spPr>
          <a:xfrm>
            <a:off x="1275150" y="2602375"/>
            <a:ext cx="6593700" cy="52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400" dirty="0"/>
              <a:t>¡Suerte!</a:t>
            </a:r>
            <a:endParaRPr sz="2400" dirty="0"/>
          </a:p>
        </p:txBody>
      </p:sp>
      <p:sp>
        <p:nvSpPr>
          <p:cNvPr id="270" name="Google Shape;270;p35"/>
          <p:cNvSpPr txBox="1">
            <a:spLocks noGrp="1"/>
          </p:cNvSpPr>
          <p:nvPr>
            <p:ph type="subTitle" idx="4294967295"/>
          </p:nvPr>
        </p:nvSpPr>
        <p:spPr>
          <a:xfrm>
            <a:off x="1275150" y="2961351"/>
            <a:ext cx="6593700" cy="120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PE" b="1" i="1" dirty="0"/>
              <a:t>Sin sociedad no habría un uso necesario del lenguaje ni política</a:t>
            </a: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PE" b="1" i="1" dirty="0"/>
              <a:t>Ningún hombre honrado acusaría a un inocente</a:t>
            </a:r>
          </a:p>
        </p:txBody>
      </p:sp>
      <p:pic>
        <p:nvPicPr>
          <p:cNvPr id="271" name="Google Shape;271;p35" descr="photo-1434030216411-0b793f4b417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1900" y="1251550"/>
            <a:ext cx="1240200" cy="1240200"/>
          </a:xfrm>
          <a:prstGeom prst="ellipse">
            <a:avLst/>
          </a:prstGeom>
          <a:noFill/>
          <a:ln w="76200" cap="flat" cmpd="thinThick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72" name="Google Shape;272;p35"/>
          <p:cNvSpPr txBox="1">
            <a:spLocks noGrp="1"/>
          </p:cNvSpPr>
          <p:nvPr>
            <p:ph type="sldNum" idx="12"/>
          </p:nvPr>
        </p:nvSpPr>
        <p:spPr>
          <a:xfrm>
            <a:off x="-125" y="47498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6"/>
          <p:cNvSpPr txBox="1">
            <a:spLocks noGrp="1"/>
          </p:cNvSpPr>
          <p:nvPr>
            <p:ph type="title"/>
          </p:nvPr>
        </p:nvSpPr>
        <p:spPr>
          <a:xfrm>
            <a:off x="1337275" y="556600"/>
            <a:ext cx="6469500" cy="7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Credits</a:t>
            </a:r>
            <a:endParaRPr/>
          </a:p>
        </p:txBody>
      </p:sp>
      <p:sp>
        <p:nvSpPr>
          <p:cNvPr id="278" name="Google Shape;278;p36"/>
          <p:cNvSpPr txBox="1">
            <a:spLocks noGrp="1"/>
          </p:cNvSpPr>
          <p:nvPr>
            <p:ph type="body" idx="1"/>
          </p:nvPr>
        </p:nvSpPr>
        <p:spPr>
          <a:xfrm>
            <a:off x="1337275" y="1476923"/>
            <a:ext cx="6469500" cy="23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Special thanks to all the people who made and released these awesome resources for free: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▣"/>
            </a:pPr>
            <a:r>
              <a:rPr lang="en" sz="2000"/>
              <a:t>Presentation template by </a:t>
            </a:r>
            <a:r>
              <a:rPr lang="en" sz="2000" u="sng">
                <a:hlinkClick r:id="rId3"/>
              </a:rPr>
              <a:t>SlidesCarnival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▣"/>
            </a:pPr>
            <a:r>
              <a:rPr lang="en" sz="2000"/>
              <a:t>Justice icons by </a:t>
            </a:r>
            <a:r>
              <a:rPr lang="en" sz="2000" u="sng">
                <a:hlinkClick r:id="rId4"/>
              </a:rPr>
              <a:t>Arthur Shlain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▣"/>
            </a:pPr>
            <a:r>
              <a:rPr lang="en" sz="2000"/>
              <a:t>Photographs by </a:t>
            </a:r>
            <a:r>
              <a:rPr lang="en" sz="2000" u="sng">
                <a:hlinkClick r:id="rId5"/>
              </a:rPr>
              <a:t>Unsplash</a:t>
            </a:r>
            <a:endParaRPr sz="2000"/>
          </a:p>
        </p:txBody>
      </p:sp>
      <p:sp>
        <p:nvSpPr>
          <p:cNvPr id="279" name="Google Shape;279;p36"/>
          <p:cNvSpPr txBox="1">
            <a:spLocks noGrp="1"/>
          </p:cNvSpPr>
          <p:nvPr>
            <p:ph type="sldNum" idx="12"/>
          </p:nvPr>
        </p:nvSpPr>
        <p:spPr>
          <a:xfrm>
            <a:off x="-125" y="47498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7"/>
          <p:cNvSpPr txBox="1">
            <a:spLocks noGrp="1"/>
          </p:cNvSpPr>
          <p:nvPr>
            <p:ph type="title"/>
          </p:nvPr>
        </p:nvSpPr>
        <p:spPr>
          <a:xfrm>
            <a:off x="1337275" y="556600"/>
            <a:ext cx="6469500" cy="7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design</a:t>
            </a:r>
            <a:endParaRPr/>
          </a:p>
        </p:txBody>
      </p:sp>
      <p:sp>
        <p:nvSpPr>
          <p:cNvPr id="285" name="Google Shape;285;p37"/>
          <p:cNvSpPr txBox="1">
            <a:spLocks noGrp="1"/>
          </p:cNvSpPr>
          <p:nvPr>
            <p:ph type="body" idx="4294967295"/>
          </p:nvPr>
        </p:nvSpPr>
        <p:spPr>
          <a:xfrm>
            <a:off x="457200" y="1556350"/>
            <a:ext cx="8229600" cy="23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This presentation uses the following typographies and colors:</a:t>
            </a:r>
            <a:endParaRPr>
              <a:solidFill>
                <a:srgbClr val="FFFFF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800"/>
              <a:buChar char="▣"/>
            </a:pPr>
            <a:r>
              <a:rPr lang="en">
                <a:solidFill>
                  <a:srgbClr val="FFFFFF"/>
                </a:solidFill>
              </a:rPr>
              <a:t>Titles: Cinzel</a:t>
            </a:r>
            <a:endParaRPr>
              <a:solidFill>
                <a:srgbClr val="FFFFF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▣"/>
            </a:pPr>
            <a:r>
              <a:rPr lang="en">
                <a:solidFill>
                  <a:srgbClr val="FFFFFF"/>
                </a:solidFill>
              </a:rPr>
              <a:t>Body copy: Libre Baskerville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You can download the fonts on th</a:t>
            </a:r>
            <a:r>
              <a:rPr lang="en"/>
              <a:t>e</a:t>
            </a:r>
            <a:r>
              <a:rPr lang="en">
                <a:solidFill>
                  <a:srgbClr val="FFFFFF"/>
                </a:solidFill>
              </a:rPr>
              <a:t>se pages: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FFFFFF"/>
                </a:solidFill>
                <a:hlinkClick r:id="rId3"/>
              </a:rPr>
              <a:t>https://www.dafont.com/cinzel.font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FFFFFF"/>
                </a:solidFill>
                <a:hlinkClick r:id="rId4"/>
              </a:rPr>
              <a:t>https://www.fontsquirrel.com/fonts/libre-baskerville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286" name="Google Shape;286;p37"/>
          <p:cNvSpPr txBox="1"/>
          <p:nvPr/>
        </p:nvSpPr>
        <p:spPr>
          <a:xfrm>
            <a:off x="457125" y="4171650"/>
            <a:ext cx="82296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i="1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You don’t need to keep this slide in your presentation. It’s only here to serve you as a design guide if you need to create new slides or download the fonts to edit the presentation in PowerPoint®</a:t>
            </a:r>
            <a:endParaRPr sz="1200" i="1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87" name="Google Shape;287;p37"/>
          <p:cNvSpPr txBox="1">
            <a:spLocks noGrp="1"/>
          </p:cNvSpPr>
          <p:nvPr>
            <p:ph type="sldNum" idx="12"/>
          </p:nvPr>
        </p:nvSpPr>
        <p:spPr>
          <a:xfrm>
            <a:off x="-125" y="47498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4" name="Google Shape;1234;p4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26425" y="1451225"/>
            <a:ext cx="2291150" cy="5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42"/>
          <p:cNvSpPr txBox="1"/>
          <p:nvPr/>
        </p:nvSpPr>
        <p:spPr>
          <a:xfrm>
            <a:off x="1106100" y="2209500"/>
            <a:ext cx="69318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templates for all your presentation needs</a:t>
            </a:r>
            <a:endParaRPr sz="18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36" name="Google Shape;1236;p42"/>
          <p:cNvGrpSpPr/>
          <p:nvPr/>
        </p:nvGrpSpPr>
        <p:grpSpPr>
          <a:xfrm>
            <a:off x="690575" y="3290132"/>
            <a:ext cx="7762851" cy="892418"/>
            <a:chOff x="801125" y="3213932"/>
            <a:chExt cx="7762851" cy="892418"/>
          </a:xfrm>
        </p:grpSpPr>
        <p:grpSp>
          <p:nvGrpSpPr>
            <p:cNvPr id="1237" name="Google Shape;1237;p42"/>
            <p:cNvGrpSpPr/>
            <p:nvPr/>
          </p:nvGrpSpPr>
          <p:grpSpPr>
            <a:xfrm>
              <a:off x="4845759" y="3213932"/>
              <a:ext cx="1695900" cy="892418"/>
              <a:chOff x="4845759" y="3213932"/>
              <a:chExt cx="1695900" cy="892418"/>
            </a:xfrm>
          </p:grpSpPr>
          <p:sp>
            <p:nvSpPr>
              <p:cNvPr id="1238" name="Google Shape;1238;p42"/>
              <p:cNvSpPr txBox="1"/>
              <p:nvPr/>
            </p:nvSpPr>
            <p:spPr>
              <a:xfrm>
                <a:off x="4845759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Ready to use, professional and customizable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39" name="Google Shape;1239;p42"/>
              <p:cNvSpPr/>
              <p:nvPr/>
            </p:nvSpPr>
            <p:spPr>
              <a:xfrm>
                <a:off x="5603395" y="3213932"/>
                <a:ext cx="180627" cy="181175"/>
              </a:xfrm>
              <a:custGeom>
                <a:avLst/>
                <a:gdLst/>
                <a:ahLst/>
                <a:cxnLst/>
                <a:rect l="l" t="t" r="r" b="b"/>
                <a:pathLst>
                  <a:path w="5929" h="5947" extrusionOk="0">
                    <a:moveTo>
                      <a:pt x="4679" y="0"/>
                    </a:moveTo>
                    <a:lnTo>
                      <a:pt x="4567" y="19"/>
                    </a:lnTo>
                    <a:lnTo>
                      <a:pt x="4474" y="37"/>
                    </a:lnTo>
                    <a:lnTo>
                      <a:pt x="4381" y="93"/>
                    </a:lnTo>
                    <a:lnTo>
                      <a:pt x="4288" y="168"/>
                    </a:lnTo>
                    <a:lnTo>
                      <a:pt x="3747" y="690"/>
                    </a:lnTo>
                    <a:lnTo>
                      <a:pt x="3729" y="746"/>
                    </a:lnTo>
                    <a:lnTo>
                      <a:pt x="3710" y="802"/>
                    </a:lnTo>
                    <a:lnTo>
                      <a:pt x="3729" y="857"/>
                    </a:lnTo>
                    <a:lnTo>
                      <a:pt x="3747" y="895"/>
                    </a:lnTo>
                    <a:lnTo>
                      <a:pt x="5033" y="2181"/>
                    </a:lnTo>
                    <a:lnTo>
                      <a:pt x="5089" y="2218"/>
                    </a:lnTo>
                    <a:lnTo>
                      <a:pt x="5182" y="2218"/>
                    </a:lnTo>
                    <a:lnTo>
                      <a:pt x="5238" y="2181"/>
                    </a:lnTo>
                    <a:lnTo>
                      <a:pt x="5779" y="1640"/>
                    </a:lnTo>
                    <a:lnTo>
                      <a:pt x="5835" y="1566"/>
                    </a:lnTo>
                    <a:lnTo>
                      <a:pt x="5891" y="1473"/>
                    </a:lnTo>
                    <a:lnTo>
                      <a:pt x="5928" y="1361"/>
                    </a:lnTo>
                    <a:lnTo>
                      <a:pt x="5928" y="1249"/>
                    </a:lnTo>
                    <a:lnTo>
                      <a:pt x="5928" y="1156"/>
                    </a:lnTo>
                    <a:lnTo>
                      <a:pt x="5891" y="1044"/>
                    </a:lnTo>
                    <a:lnTo>
                      <a:pt x="5835" y="951"/>
                    </a:lnTo>
                    <a:lnTo>
                      <a:pt x="5779" y="857"/>
                    </a:lnTo>
                    <a:lnTo>
                      <a:pt x="5071" y="168"/>
                    </a:lnTo>
                    <a:lnTo>
                      <a:pt x="4977" y="93"/>
                    </a:lnTo>
                    <a:lnTo>
                      <a:pt x="4884" y="37"/>
                    </a:lnTo>
                    <a:lnTo>
                      <a:pt x="4791" y="19"/>
                    </a:lnTo>
                    <a:lnTo>
                      <a:pt x="4679" y="0"/>
                    </a:lnTo>
                    <a:close/>
                    <a:moveTo>
                      <a:pt x="3393" y="1883"/>
                    </a:moveTo>
                    <a:lnTo>
                      <a:pt x="3449" y="1920"/>
                    </a:lnTo>
                    <a:lnTo>
                      <a:pt x="3486" y="1976"/>
                    </a:lnTo>
                    <a:lnTo>
                      <a:pt x="3505" y="2050"/>
                    </a:lnTo>
                    <a:lnTo>
                      <a:pt x="3486" y="2106"/>
                    </a:lnTo>
                    <a:lnTo>
                      <a:pt x="3449" y="2162"/>
                    </a:lnTo>
                    <a:lnTo>
                      <a:pt x="1660" y="3952"/>
                    </a:lnTo>
                    <a:lnTo>
                      <a:pt x="1604" y="3970"/>
                    </a:lnTo>
                    <a:lnTo>
                      <a:pt x="1548" y="3989"/>
                    </a:lnTo>
                    <a:lnTo>
                      <a:pt x="1492" y="3970"/>
                    </a:lnTo>
                    <a:lnTo>
                      <a:pt x="1436" y="3952"/>
                    </a:lnTo>
                    <a:lnTo>
                      <a:pt x="1399" y="3896"/>
                    </a:lnTo>
                    <a:lnTo>
                      <a:pt x="1380" y="3821"/>
                    </a:lnTo>
                    <a:lnTo>
                      <a:pt x="1399" y="3765"/>
                    </a:lnTo>
                    <a:lnTo>
                      <a:pt x="1436" y="3709"/>
                    </a:lnTo>
                    <a:lnTo>
                      <a:pt x="3225" y="1920"/>
                    </a:lnTo>
                    <a:lnTo>
                      <a:pt x="3281" y="1883"/>
                    </a:lnTo>
                    <a:close/>
                    <a:moveTo>
                      <a:pt x="1007" y="4362"/>
                    </a:moveTo>
                    <a:lnTo>
                      <a:pt x="1007" y="4921"/>
                    </a:lnTo>
                    <a:lnTo>
                      <a:pt x="1566" y="4921"/>
                    </a:lnTo>
                    <a:lnTo>
                      <a:pt x="1566" y="5331"/>
                    </a:lnTo>
                    <a:lnTo>
                      <a:pt x="821" y="5462"/>
                    </a:lnTo>
                    <a:lnTo>
                      <a:pt x="467" y="5107"/>
                    </a:lnTo>
                    <a:lnTo>
                      <a:pt x="597" y="4362"/>
                    </a:lnTo>
                    <a:close/>
                    <a:moveTo>
                      <a:pt x="3337" y="1118"/>
                    </a:moveTo>
                    <a:lnTo>
                      <a:pt x="3300" y="1156"/>
                    </a:lnTo>
                    <a:lnTo>
                      <a:pt x="243" y="4213"/>
                    </a:lnTo>
                    <a:lnTo>
                      <a:pt x="1" y="5611"/>
                    </a:lnTo>
                    <a:lnTo>
                      <a:pt x="1" y="5685"/>
                    </a:lnTo>
                    <a:lnTo>
                      <a:pt x="1" y="5741"/>
                    </a:lnTo>
                    <a:lnTo>
                      <a:pt x="38" y="5816"/>
                    </a:lnTo>
                    <a:lnTo>
                      <a:pt x="75" y="5853"/>
                    </a:lnTo>
                    <a:lnTo>
                      <a:pt x="131" y="5890"/>
                    </a:lnTo>
                    <a:lnTo>
                      <a:pt x="187" y="5928"/>
                    </a:lnTo>
                    <a:lnTo>
                      <a:pt x="243" y="5946"/>
                    </a:lnTo>
                    <a:lnTo>
                      <a:pt x="317" y="5928"/>
                    </a:lnTo>
                    <a:lnTo>
                      <a:pt x="1734" y="5685"/>
                    </a:lnTo>
                    <a:lnTo>
                      <a:pt x="4772" y="2647"/>
                    </a:lnTo>
                    <a:lnTo>
                      <a:pt x="4810" y="2591"/>
                    </a:lnTo>
                    <a:lnTo>
                      <a:pt x="4810" y="2535"/>
                    </a:lnTo>
                    <a:lnTo>
                      <a:pt x="4810" y="2498"/>
                    </a:lnTo>
                    <a:lnTo>
                      <a:pt x="4772" y="2442"/>
                    </a:lnTo>
                    <a:lnTo>
                      <a:pt x="3486" y="1156"/>
                    </a:lnTo>
                    <a:lnTo>
                      <a:pt x="3449" y="11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240" name="Google Shape;1240;p42"/>
            <p:cNvGrpSpPr/>
            <p:nvPr/>
          </p:nvGrpSpPr>
          <p:grpSpPr>
            <a:xfrm>
              <a:off x="2823442" y="3214222"/>
              <a:ext cx="1695900" cy="892128"/>
              <a:chOff x="2823442" y="3214222"/>
              <a:chExt cx="1695900" cy="892128"/>
            </a:xfrm>
          </p:grpSpPr>
          <p:sp>
            <p:nvSpPr>
              <p:cNvPr id="1241" name="Google Shape;1241;p42"/>
              <p:cNvSpPr txBox="1"/>
              <p:nvPr/>
            </p:nvSpPr>
            <p:spPr>
              <a:xfrm>
                <a:off x="2823442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100% free for personal or commercial use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42" name="Google Shape;1242;p42"/>
              <p:cNvSpPr/>
              <p:nvPr/>
            </p:nvSpPr>
            <p:spPr>
              <a:xfrm>
                <a:off x="3569730" y="3214222"/>
                <a:ext cx="203323" cy="180597"/>
              </a:xfrm>
              <a:custGeom>
                <a:avLst/>
                <a:gdLst/>
                <a:ahLst/>
                <a:cxnLst/>
                <a:rect l="l" t="t" r="r" b="b"/>
                <a:pathLst>
                  <a:path w="6674" h="5928" extrusionOk="0">
                    <a:moveTo>
                      <a:pt x="2443" y="0"/>
                    </a:moveTo>
                    <a:lnTo>
                      <a:pt x="2275" y="37"/>
                    </a:lnTo>
                    <a:lnTo>
                      <a:pt x="2126" y="93"/>
                    </a:lnTo>
                    <a:lnTo>
                      <a:pt x="1995" y="187"/>
                    </a:lnTo>
                    <a:lnTo>
                      <a:pt x="1846" y="336"/>
                    </a:lnTo>
                    <a:lnTo>
                      <a:pt x="1753" y="503"/>
                    </a:lnTo>
                    <a:lnTo>
                      <a:pt x="1697" y="690"/>
                    </a:lnTo>
                    <a:lnTo>
                      <a:pt x="1660" y="876"/>
                    </a:lnTo>
                    <a:lnTo>
                      <a:pt x="1678" y="1063"/>
                    </a:lnTo>
                    <a:lnTo>
                      <a:pt x="1716" y="1249"/>
                    </a:lnTo>
                    <a:lnTo>
                      <a:pt x="1809" y="1417"/>
                    </a:lnTo>
                    <a:lnTo>
                      <a:pt x="1921" y="1566"/>
                    </a:lnTo>
                    <a:lnTo>
                      <a:pt x="3188" y="2889"/>
                    </a:lnTo>
                    <a:lnTo>
                      <a:pt x="3263" y="2945"/>
                    </a:lnTo>
                    <a:lnTo>
                      <a:pt x="3337" y="2964"/>
                    </a:lnTo>
                    <a:lnTo>
                      <a:pt x="3412" y="2945"/>
                    </a:lnTo>
                    <a:lnTo>
                      <a:pt x="3487" y="2889"/>
                    </a:lnTo>
                    <a:lnTo>
                      <a:pt x="4754" y="1566"/>
                    </a:lnTo>
                    <a:lnTo>
                      <a:pt x="4866" y="1417"/>
                    </a:lnTo>
                    <a:lnTo>
                      <a:pt x="4940" y="1249"/>
                    </a:lnTo>
                    <a:lnTo>
                      <a:pt x="4996" y="1063"/>
                    </a:lnTo>
                    <a:lnTo>
                      <a:pt x="5015" y="876"/>
                    </a:lnTo>
                    <a:lnTo>
                      <a:pt x="4978" y="690"/>
                    </a:lnTo>
                    <a:lnTo>
                      <a:pt x="4922" y="503"/>
                    </a:lnTo>
                    <a:lnTo>
                      <a:pt x="4810" y="336"/>
                    </a:lnTo>
                    <a:lnTo>
                      <a:pt x="4679" y="187"/>
                    </a:lnTo>
                    <a:lnTo>
                      <a:pt x="4549" y="93"/>
                    </a:lnTo>
                    <a:lnTo>
                      <a:pt x="4381" y="37"/>
                    </a:lnTo>
                    <a:lnTo>
                      <a:pt x="4232" y="0"/>
                    </a:lnTo>
                    <a:lnTo>
                      <a:pt x="4064" y="0"/>
                    </a:lnTo>
                    <a:lnTo>
                      <a:pt x="3897" y="19"/>
                    </a:lnTo>
                    <a:lnTo>
                      <a:pt x="3747" y="75"/>
                    </a:lnTo>
                    <a:lnTo>
                      <a:pt x="3598" y="168"/>
                    </a:lnTo>
                    <a:lnTo>
                      <a:pt x="3468" y="280"/>
                    </a:lnTo>
                    <a:lnTo>
                      <a:pt x="3337" y="429"/>
                    </a:lnTo>
                    <a:lnTo>
                      <a:pt x="3207" y="280"/>
                    </a:lnTo>
                    <a:lnTo>
                      <a:pt x="3076" y="168"/>
                    </a:lnTo>
                    <a:lnTo>
                      <a:pt x="2927" y="75"/>
                    </a:lnTo>
                    <a:lnTo>
                      <a:pt x="2778" y="19"/>
                    </a:lnTo>
                    <a:lnTo>
                      <a:pt x="2610" y="0"/>
                    </a:lnTo>
                    <a:close/>
                    <a:moveTo>
                      <a:pt x="2219" y="3691"/>
                    </a:moveTo>
                    <a:lnTo>
                      <a:pt x="1995" y="3728"/>
                    </a:lnTo>
                    <a:lnTo>
                      <a:pt x="1772" y="3784"/>
                    </a:lnTo>
                    <a:lnTo>
                      <a:pt x="1548" y="3877"/>
                    </a:lnTo>
                    <a:lnTo>
                      <a:pt x="1362" y="4008"/>
                    </a:lnTo>
                    <a:lnTo>
                      <a:pt x="821" y="4436"/>
                    </a:lnTo>
                    <a:lnTo>
                      <a:pt x="187" y="4436"/>
                    </a:lnTo>
                    <a:lnTo>
                      <a:pt x="113" y="4455"/>
                    </a:lnTo>
                    <a:lnTo>
                      <a:pt x="57" y="4492"/>
                    </a:lnTo>
                    <a:lnTo>
                      <a:pt x="1" y="4548"/>
                    </a:lnTo>
                    <a:lnTo>
                      <a:pt x="1" y="4623"/>
                    </a:lnTo>
                    <a:lnTo>
                      <a:pt x="1" y="5741"/>
                    </a:lnTo>
                    <a:lnTo>
                      <a:pt x="1" y="5816"/>
                    </a:lnTo>
                    <a:lnTo>
                      <a:pt x="57" y="5872"/>
                    </a:lnTo>
                    <a:lnTo>
                      <a:pt x="113" y="5909"/>
                    </a:lnTo>
                    <a:lnTo>
                      <a:pt x="187" y="5928"/>
                    </a:lnTo>
                    <a:lnTo>
                      <a:pt x="4325" y="5928"/>
                    </a:lnTo>
                    <a:lnTo>
                      <a:pt x="4437" y="5909"/>
                    </a:lnTo>
                    <a:lnTo>
                      <a:pt x="4568" y="5890"/>
                    </a:lnTo>
                    <a:lnTo>
                      <a:pt x="4679" y="5834"/>
                    </a:lnTo>
                    <a:lnTo>
                      <a:pt x="4791" y="5760"/>
                    </a:lnTo>
                    <a:lnTo>
                      <a:pt x="6543" y="4362"/>
                    </a:lnTo>
                    <a:lnTo>
                      <a:pt x="6599" y="4306"/>
                    </a:lnTo>
                    <a:lnTo>
                      <a:pt x="6637" y="4231"/>
                    </a:lnTo>
                    <a:lnTo>
                      <a:pt x="6674" y="4157"/>
                    </a:lnTo>
                    <a:lnTo>
                      <a:pt x="6674" y="4082"/>
                    </a:lnTo>
                    <a:lnTo>
                      <a:pt x="6674" y="4008"/>
                    </a:lnTo>
                    <a:lnTo>
                      <a:pt x="6655" y="3933"/>
                    </a:lnTo>
                    <a:lnTo>
                      <a:pt x="6618" y="3859"/>
                    </a:lnTo>
                    <a:lnTo>
                      <a:pt x="6543" y="3784"/>
                    </a:lnTo>
                    <a:lnTo>
                      <a:pt x="6506" y="3747"/>
                    </a:lnTo>
                    <a:lnTo>
                      <a:pt x="6432" y="3728"/>
                    </a:lnTo>
                    <a:lnTo>
                      <a:pt x="6376" y="3709"/>
                    </a:lnTo>
                    <a:lnTo>
                      <a:pt x="6301" y="3709"/>
                    </a:lnTo>
                    <a:lnTo>
                      <a:pt x="6171" y="3728"/>
                    </a:lnTo>
                    <a:lnTo>
                      <a:pt x="6115" y="3747"/>
                    </a:lnTo>
                    <a:lnTo>
                      <a:pt x="6059" y="3784"/>
                    </a:lnTo>
                    <a:lnTo>
                      <a:pt x="4978" y="4641"/>
                    </a:lnTo>
                    <a:lnTo>
                      <a:pt x="4885" y="4716"/>
                    </a:lnTo>
                    <a:lnTo>
                      <a:pt x="4773" y="4772"/>
                    </a:lnTo>
                    <a:lnTo>
                      <a:pt x="4642" y="4809"/>
                    </a:lnTo>
                    <a:lnTo>
                      <a:pt x="3095" y="4809"/>
                    </a:lnTo>
                    <a:lnTo>
                      <a:pt x="3039" y="4772"/>
                    </a:lnTo>
                    <a:lnTo>
                      <a:pt x="2983" y="4716"/>
                    </a:lnTo>
                    <a:lnTo>
                      <a:pt x="2965" y="4660"/>
                    </a:lnTo>
                    <a:lnTo>
                      <a:pt x="2965" y="4586"/>
                    </a:lnTo>
                    <a:lnTo>
                      <a:pt x="3002" y="4511"/>
                    </a:lnTo>
                    <a:lnTo>
                      <a:pt x="3076" y="4455"/>
                    </a:lnTo>
                    <a:lnTo>
                      <a:pt x="3151" y="4436"/>
                    </a:lnTo>
                    <a:lnTo>
                      <a:pt x="4120" y="4436"/>
                    </a:lnTo>
                    <a:lnTo>
                      <a:pt x="4195" y="4418"/>
                    </a:lnTo>
                    <a:lnTo>
                      <a:pt x="4307" y="4362"/>
                    </a:lnTo>
                    <a:lnTo>
                      <a:pt x="4363" y="4306"/>
                    </a:lnTo>
                    <a:lnTo>
                      <a:pt x="4400" y="4250"/>
                    </a:lnTo>
                    <a:lnTo>
                      <a:pt x="4419" y="4194"/>
                    </a:lnTo>
                    <a:lnTo>
                      <a:pt x="4437" y="4138"/>
                    </a:lnTo>
                    <a:lnTo>
                      <a:pt x="4456" y="4045"/>
                    </a:lnTo>
                    <a:lnTo>
                      <a:pt x="4437" y="3970"/>
                    </a:lnTo>
                    <a:lnTo>
                      <a:pt x="4400" y="3896"/>
                    </a:lnTo>
                    <a:lnTo>
                      <a:pt x="4363" y="3821"/>
                    </a:lnTo>
                    <a:lnTo>
                      <a:pt x="4307" y="3784"/>
                    </a:lnTo>
                    <a:lnTo>
                      <a:pt x="4232" y="3728"/>
                    </a:lnTo>
                    <a:lnTo>
                      <a:pt x="4158" y="3709"/>
                    </a:lnTo>
                    <a:lnTo>
                      <a:pt x="4083" y="36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243" name="Google Shape;1243;p42"/>
            <p:cNvGrpSpPr/>
            <p:nvPr/>
          </p:nvGrpSpPr>
          <p:grpSpPr>
            <a:xfrm>
              <a:off x="6868076" y="3213932"/>
              <a:ext cx="1695900" cy="892418"/>
              <a:chOff x="6868076" y="3213932"/>
              <a:chExt cx="1695900" cy="892418"/>
            </a:xfrm>
          </p:grpSpPr>
          <p:sp>
            <p:nvSpPr>
              <p:cNvPr id="1244" name="Google Shape;1244;p42"/>
              <p:cNvSpPr txBox="1"/>
              <p:nvPr/>
            </p:nvSpPr>
            <p:spPr>
              <a:xfrm>
                <a:off x="6868076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Blow your audience away with attractive visuals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45" name="Google Shape;1245;p42"/>
              <p:cNvSpPr/>
              <p:nvPr/>
            </p:nvSpPr>
            <p:spPr>
              <a:xfrm>
                <a:off x="7625712" y="3213932"/>
                <a:ext cx="180627" cy="181175"/>
              </a:xfrm>
              <a:custGeom>
                <a:avLst/>
                <a:gdLst/>
                <a:ahLst/>
                <a:cxnLst/>
                <a:rect l="l" t="t" r="r" b="b"/>
                <a:pathLst>
                  <a:path w="5929" h="5947" extrusionOk="0">
                    <a:moveTo>
                      <a:pt x="784" y="4940"/>
                    </a:moveTo>
                    <a:lnTo>
                      <a:pt x="839" y="4958"/>
                    </a:lnTo>
                    <a:lnTo>
                      <a:pt x="933" y="5014"/>
                    </a:lnTo>
                    <a:lnTo>
                      <a:pt x="989" y="5107"/>
                    </a:lnTo>
                    <a:lnTo>
                      <a:pt x="1007" y="5145"/>
                    </a:lnTo>
                    <a:lnTo>
                      <a:pt x="1007" y="5201"/>
                    </a:lnTo>
                    <a:lnTo>
                      <a:pt x="1007" y="5257"/>
                    </a:lnTo>
                    <a:lnTo>
                      <a:pt x="989" y="5313"/>
                    </a:lnTo>
                    <a:lnTo>
                      <a:pt x="933" y="5406"/>
                    </a:lnTo>
                    <a:lnTo>
                      <a:pt x="839" y="5462"/>
                    </a:lnTo>
                    <a:lnTo>
                      <a:pt x="784" y="5480"/>
                    </a:lnTo>
                    <a:lnTo>
                      <a:pt x="672" y="5480"/>
                    </a:lnTo>
                    <a:lnTo>
                      <a:pt x="634" y="5462"/>
                    </a:lnTo>
                    <a:lnTo>
                      <a:pt x="541" y="5406"/>
                    </a:lnTo>
                    <a:lnTo>
                      <a:pt x="485" y="5313"/>
                    </a:lnTo>
                    <a:lnTo>
                      <a:pt x="467" y="5257"/>
                    </a:lnTo>
                    <a:lnTo>
                      <a:pt x="448" y="5201"/>
                    </a:lnTo>
                    <a:lnTo>
                      <a:pt x="467" y="5145"/>
                    </a:lnTo>
                    <a:lnTo>
                      <a:pt x="485" y="5107"/>
                    </a:lnTo>
                    <a:lnTo>
                      <a:pt x="541" y="5014"/>
                    </a:lnTo>
                    <a:lnTo>
                      <a:pt x="634" y="4958"/>
                    </a:lnTo>
                    <a:lnTo>
                      <a:pt x="672" y="4940"/>
                    </a:lnTo>
                    <a:close/>
                    <a:moveTo>
                      <a:pt x="206" y="2610"/>
                    </a:moveTo>
                    <a:lnTo>
                      <a:pt x="168" y="2628"/>
                    </a:lnTo>
                    <a:lnTo>
                      <a:pt x="75" y="2684"/>
                    </a:lnTo>
                    <a:lnTo>
                      <a:pt x="19" y="2777"/>
                    </a:lnTo>
                    <a:lnTo>
                      <a:pt x="1" y="2833"/>
                    </a:lnTo>
                    <a:lnTo>
                      <a:pt x="1" y="2889"/>
                    </a:lnTo>
                    <a:lnTo>
                      <a:pt x="1" y="5667"/>
                    </a:lnTo>
                    <a:lnTo>
                      <a:pt x="1" y="5723"/>
                    </a:lnTo>
                    <a:lnTo>
                      <a:pt x="19" y="5779"/>
                    </a:lnTo>
                    <a:lnTo>
                      <a:pt x="75" y="5872"/>
                    </a:lnTo>
                    <a:lnTo>
                      <a:pt x="168" y="5928"/>
                    </a:lnTo>
                    <a:lnTo>
                      <a:pt x="206" y="5946"/>
                    </a:lnTo>
                    <a:lnTo>
                      <a:pt x="1250" y="5946"/>
                    </a:lnTo>
                    <a:lnTo>
                      <a:pt x="1305" y="5928"/>
                    </a:lnTo>
                    <a:lnTo>
                      <a:pt x="1399" y="5872"/>
                    </a:lnTo>
                    <a:lnTo>
                      <a:pt x="1455" y="5779"/>
                    </a:lnTo>
                    <a:lnTo>
                      <a:pt x="1473" y="5723"/>
                    </a:lnTo>
                    <a:lnTo>
                      <a:pt x="1473" y="5667"/>
                    </a:lnTo>
                    <a:lnTo>
                      <a:pt x="1473" y="2889"/>
                    </a:lnTo>
                    <a:lnTo>
                      <a:pt x="1473" y="2833"/>
                    </a:lnTo>
                    <a:lnTo>
                      <a:pt x="1455" y="2777"/>
                    </a:lnTo>
                    <a:lnTo>
                      <a:pt x="1399" y="2684"/>
                    </a:lnTo>
                    <a:lnTo>
                      <a:pt x="1305" y="2628"/>
                    </a:lnTo>
                    <a:lnTo>
                      <a:pt x="1250" y="2610"/>
                    </a:lnTo>
                    <a:close/>
                    <a:moveTo>
                      <a:pt x="3617" y="0"/>
                    </a:moveTo>
                    <a:lnTo>
                      <a:pt x="3524" y="19"/>
                    </a:lnTo>
                    <a:lnTo>
                      <a:pt x="3468" y="75"/>
                    </a:lnTo>
                    <a:lnTo>
                      <a:pt x="3393" y="168"/>
                    </a:lnTo>
                    <a:lnTo>
                      <a:pt x="3337" y="261"/>
                    </a:lnTo>
                    <a:lnTo>
                      <a:pt x="3263" y="485"/>
                    </a:lnTo>
                    <a:lnTo>
                      <a:pt x="3225" y="671"/>
                    </a:lnTo>
                    <a:lnTo>
                      <a:pt x="3169" y="858"/>
                    </a:lnTo>
                    <a:lnTo>
                      <a:pt x="3114" y="1044"/>
                    </a:lnTo>
                    <a:lnTo>
                      <a:pt x="3039" y="1212"/>
                    </a:lnTo>
                    <a:lnTo>
                      <a:pt x="2983" y="1286"/>
                    </a:lnTo>
                    <a:lnTo>
                      <a:pt x="2927" y="1361"/>
                    </a:lnTo>
                    <a:lnTo>
                      <a:pt x="2797" y="1510"/>
                    </a:lnTo>
                    <a:lnTo>
                      <a:pt x="2666" y="1659"/>
                    </a:lnTo>
                    <a:lnTo>
                      <a:pt x="2442" y="1995"/>
                    </a:lnTo>
                    <a:lnTo>
                      <a:pt x="2200" y="2330"/>
                    </a:lnTo>
                    <a:lnTo>
                      <a:pt x="2051" y="2498"/>
                    </a:lnTo>
                    <a:lnTo>
                      <a:pt x="1883" y="2666"/>
                    </a:lnTo>
                    <a:lnTo>
                      <a:pt x="1865" y="2722"/>
                    </a:lnTo>
                    <a:lnTo>
                      <a:pt x="1846" y="2777"/>
                    </a:lnTo>
                    <a:lnTo>
                      <a:pt x="1846" y="5257"/>
                    </a:lnTo>
                    <a:lnTo>
                      <a:pt x="1865" y="5313"/>
                    </a:lnTo>
                    <a:lnTo>
                      <a:pt x="1883" y="5350"/>
                    </a:lnTo>
                    <a:lnTo>
                      <a:pt x="1939" y="5387"/>
                    </a:lnTo>
                    <a:lnTo>
                      <a:pt x="1995" y="5387"/>
                    </a:lnTo>
                    <a:lnTo>
                      <a:pt x="2126" y="5406"/>
                    </a:lnTo>
                    <a:lnTo>
                      <a:pt x="2293" y="5462"/>
                    </a:lnTo>
                    <a:lnTo>
                      <a:pt x="2592" y="5573"/>
                    </a:lnTo>
                    <a:lnTo>
                      <a:pt x="2890" y="5704"/>
                    </a:lnTo>
                    <a:lnTo>
                      <a:pt x="3225" y="5816"/>
                    </a:lnTo>
                    <a:lnTo>
                      <a:pt x="3393" y="5872"/>
                    </a:lnTo>
                    <a:lnTo>
                      <a:pt x="3580" y="5909"/>
                    </a:lnTo>
                    <a:lnTo>
                      <a:pt x="3785" y="5946"/>
                    </a:lnTo>
                    <a:lnTo>
                      <a:pt x="4400" y="5946"/>
                    </a:lnTo>
                    <a:lnTo>
                      <a:pt x="4586" y="5928"/>
                    </a:lnTo>
                    <a:lnTo>
                      <a:pt x="4772" y="5909"/>
                    </a:lnTo>
                    <a:lnTo>
                      <a:pt x="4940" y="5853"/>
                    </a:lnTo>
                    <a:lnTo>
                      <a:pt x="5108" y="5797"/>
                    </a:lnTo>
                    <a:lnTo>
                      <a:pt x="5238" y="5723"/>
                    </a:lnTo>
                    <a:lnTo>
                      <a:pt x="5332" y="5611"/>
                    </a:lnTo>
                    <a:lnTo>
                      <a:pt x="5388" y="5499"/>
                    </a:lnTo>
                    <a:lnTo>
                      <a:pt x="5425" y="5368"/>
                    </a:lnTo>
                    <a:lnTo>
                      <a:pt x="5425" y="5238"/>
                    </a:lnTo>
                    <a:lnTo>
                      <a:pt x="5406" y="5089"/>
                    </a:lnTo>
                    <a:lnTo>
                      <a:pt x="5481" y="4996"/>
                    </a:lnTo>
                    <a:lnTo>
                      <a:pt x="5537" y="4902"/>
                    </a:lnTo>
                    <a:lnTo>
                      <a:pt x="5574" y="4809"/>
                    </a:lnTo>
                    <a:lnTo>
                      <a:pt x="5611" y="4697"/>
                    </a:lnTo>
                    <a:lnTo>
                      <a:pt x="5630" y="4567"/>
                    </a:lnTo>
                    <a:lnTo>
                      <a:pt x="5630" y="4455"/>
                    </a:lnTo>
                    <a:lnTo>
                      <a:pt x="5630" y="4325"/>
                    </a:lnTo>
                    <a:lnTo>
                      <a:pt x="5593" y="4213"/>
                    </a:lnTo>
                    <a:lnTo>
                      <a:pt x="5667" y="4101"/>
                    </a:lnTo>
                    <a:lnTo>
                      <a:pt x="5723" y="3989"/>
                    </a:lnTo>
                    <a:lnTo>
                      <a:pt x="5742" y="3877"/>
                    </a:lnTo>
                    <a:lnTo>
                      <a:pt x="5779" y="3747"/>
                    </a:lnTo>
                    <a:lnTo>
                      <a:pt x="5779" y="3635"/>
                    </a:lnTo>
                    <a:lnTo>
                      <a:pt x="5760" y="3523"/>
                    </a:lnTo>
                    <a:lnTo>
                      <a:pt x="5742" y="3393"/>
                    </a:lnTo>
                    <a:lnTo>
                      <a:pt x="5704" y="3299"/>
                    </a:lnTo>
                    <a:lnTo>
                      <a:pt x="5798" y="3169"/>
                    </a:lnTo>
                    <a:lnTo>
                      <a:pt x="5872" y="3038"/>
                    </a:lnTo>
                    <a:lnTo>
                      <a:pt x="5909" y="2889"/>
                    </a:lnTo>
                    <a:lnTo>
                      <a:pt x="5928" y="2722"/>
                    </a:lnTo>
                    <a:lnTo>
                      <a:pt x="5909" y="2591"/>
                    </a:lnTo>
                    <a:lnTo>
                      <a:pt x="5872" y="2461"/>
                    </a:lnTo>
                    <a:lnTo>
                      <a:pt x="5816" y="2349"/>
                    </a:lnTo>
                    <a:lnTo>
                      <a:pt x="5723" y="2256"/>
                    </a:lnTo>
                    <a:lnTo>
                      <a:pt x="5630" y="2162"/>
                    </a:lnTo>
                    <a:lnTo>
                      <a:pt x="5518" y="2106"/>
                    </a:lnTo>
                    <a:lnTo>
                      <a:pt x="5388" y="2069"/>
                    </a:lnTo>
                    <a:lnTo>
                      <a:pt x="5238" y="2051"/>
                    </a:lnTo>
                    <a:lnTo>
                      <a:pt x="4064" y="2051"/>
                    </a:lnTo>
                    <a:lnTo>
                      <a:pt x="4101" y="1920"/>
                    </a:lnTo>
                    <a:lnTo>
                      <a:pt x="4157" y="1808"/>
                    </a:lnTo>
                    <a:lnTo>
                      <a:pt x="4288" y="1566"/>
                    </a:lnTo>
                    <a:lnTo>
                      <a:pt x="4344" y="1435"/>
                    </a:lnTo>
                    <a:lnTo>
                      <a:pt x="4400" y="1286"/>
                    </a:lnTo>
                    <a:lnTo>
                      <a:pt x="4437" y="1119"/>
                    </a:lnTo>
                    <a:lnTo>
                      <a:pt x="4456" y="951"/>
                    </a:lnTo>
                    <a:lnTo>
                      <a:pt x="4437" y="802"/>
                    </a:lnTo>
                    <a:lnTo>
                      <a:pt x="4418" y="671"/>
                    </a:lnTo>
                    <a:lnTo>
                      <a:pt x="4400" y="541"/>
                    </a:lnTo>
                    <a:lnTo>
                      <a:pt x="4362" y="447"/>
                    </a:lnTo>
                    <a:lnTo>
                      <a:pt x="4306" y="354"/>
                    </a:lnTo>
                    <a:lnTo>
                      <a:pt x="4251" y="280"/>
                    </a:lnTo>
                    <a:lnTo>
                      <a:pt x="4195" y="205"/>
                    </a:lnTo>
                    <a:lnTo>
                      <a:pt x="4139" y="168"/>
                    </a:lnTo>
                    <a:lnTo>
                      <a:pt x="3990" y="75"/>
                    </a:lnTo>
                    <a:lnTo>
                      <a:pt x="3859" y="37"/>
                    </a:lnTo>
                    <a:lnTo>
                      <a:pt x="3729" y="19"/>
                    </a:lnTo>
                    <a:lnTo>
                      <a:pt x="3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246" name="Google Shape;1246;p42"/>
            <p:cNvGrpSpPr/>
            <p:nvPr/>
          </p:nvGrpSpPr>
          <p:grpSpPr>
            <a:xfrm>
              <a:off x="801125" y="3214206"/>
              <a:ext cx="1695900" cy="892144"/>
              <a:chOff x="801125" y="3214206"/>
              <a:chExt cx="1695900" cy="892144"/>
            </a:xfrm>
          </p:grpSpPr>
          <p:sp>
            <p:nvSpPr>
              <p:cNvPr id="1247" name="Google Shape;1247;p42"/>
              <p:cNvSpPr txBox="1"/>
              <p:nvPr/>
            </p:nvSpPr>
            <p:spPr>
              <a:xfrm>
                <a:off x="801125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For PowerPoint and Google Slides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48" name="Google Shape;1248;p42"/>
              <p:cNvSpPr/>
              <p:nvPr/>
            </p:nvSpPr>
            <p:spPr>
              <a:xfrm>
                <a:off x="1535764" y="3214206"/>
                <a:ext cx="226629" cy="18062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5929" extrusionOk="0">
                    <a:moveTo>
                      <a:pt x="5947" y="728"/>
                    </a:moveTo>
                    <a:lnTo>
                      <a:pt x="5947" y="3710"/>
                    </a:lnTo>
                    <a:lnTo>
                      <a:pt x="1492" y="3710"/>
                    </a:lnTo>
                    <a:lnTo>
                      <a:pt x="1492" y="728"/>
                    </a:lnTo>
                    <a:close/>
                    <a:moveTo>
                      <a:pt x="1194" y="1"/>
                    </a:moveTo>
                    <a:lnTo>
                      <a:pt x="1101" y="38"/>
                    </a:lnTo>
                    <a:lnTo>
                      <a:pt x="989" y="94"/>
                    </a:lnTo>
                    <a:lnTo>
                      <a:pt x="914" y="150"/>
                    </a:lnTo>
                    <a:lnTo>
                      <a:pt x="840" y="243"/>
                    </a:lnTo>
                    <a:lnTo>
                      <a:pt x="802" y="336"/>
                    </a:lnTo>
                    <a:lnTo>
                      <a:pt x="765" y="430"/>
                    </a:lnTo>
                    <a:lnTo>
                      <a:pt x="746" y="542"/>
                    </a:lnTo>
                    <a:lnTo>
                      <a:pt x="746" y="4437"/>
                    </a:lnTo>
                    <a:lnTo>
                      <a:pt x="6693" y="4437"/>
                    </a:lnTo>
                    <a:lnTo>
                      <a:pt x="6693" y="542"/>
                    </a:lnTo>
                    <a:lnTo>
                      <a:pt x="6674" y="430"/>
                    </a:lnTo>
                    <a:lnTo>
                      <a:pt x="6655" y="336"/>
                    </a:lnTo>
                    <a:lnTo>
                      <a:pt x="6599" y="243"/>
                    </a:lnTo>
                    <a:lnTo>
                      <a:pt x="6525" y="150"/>
                    </a:lnTo>
                    <a:lnTo>
                      <a:pt x="6450" y="94"/>
                    </a:lnTo>
                    <a:lnTo>
                      <a:pt x="6357" y="38"/>
                    </a:lnTo>
                    <a:lnTo>
                      <a:pt x="6245" y="1"/>
                    </a:lnTo>
                    <a:close/>
                    <a:moveTo>
                      <a:pt x="187" y="4810"/>
                    </a:moveTo>
                    <a:lnTo>
                      <a:pt x="131" y="4829"/>
                    </a:lnTo>
                    <a:lnTo>
                      <a:pt x="57" y="4866"/>
                    </a:lnTo>
                    <a:lnTo>
                      <a:pt x="20" y="4941"/>
                    </a:lnTo>
                    <a:lnTo>
                      <a:pt x="1" y="4996"/>
                    </a:lnTo>
                    <a:lnTo>
                      <a:pt x="1" y="5183"/>
                    </a:lnTo>
                    <a:lnTo>
                      <a:pt x="20" y="5332"/>
                    </a:lnTo>
                    <a:lnTo>
                      <a:pt x="75" y="5481"/>
                    </a:lnTo>
                    <a:lnTo>
                      <a:pt x="131" y="5612"/>
                    </a:lnTo>
                    <a:lnTo>
                      <a:pt x="225" y="5705"/>
                    </a:lnTo>
                    <a:lnTo>
                      <a:pt x="336" y="5798"/>
                    </a:lnTo>
                    <a:lnTo>
                      <a:pt x="467" y="5873"/>
                    </a:lnTo>
                    <a:lnTo>
                      <a:pt x="597" y="5910"/>
                    </a:lnTo>
                    <a:lnTo>
                      <a:pt x="746" y="5928"/>
                    </a:lnTo>
                    <a:lnTo>
                      <a:pt x="6693" y="5928"/>
                    </a:lnTo>
                    <a:lnTo>
                      <a:pt x="6842" y="5910"/>
                    </a:lnTo>
                    <a:lnTo>
                      <a:pt x="6972" y="5873"/>
                    </a:lnTo>
                    <a:lnTo>
                      <a:pt x="7103" y="5798"/>
                    </a:lnTo>
                    <a:lnTo>
                      <a:pt x="7214" y="5705"/>
                    </a:lnTo>
                    <a:lnTo>
                      <a:pt x="7308" y="5612"/>
                    </a:lnTo>
                    <a:lnTo>
                      <a:pt x="7382" y="5481"/>
                    </a:lnTo>
                    <a:lnTo>
                      <a:pt x="7420" y="5332"/>
                    </a:lnTo>
                    <a:lnTo>
                      <a:pt x="7438" y="5183"/>
                    </a:lnTo>
                    <a:lnTo>
                      <a:pt x="7438" y="4996"/>
                    </a:lnTo>
                    <a:lnTo>
                      <a:pt x="7420" y="4941"/>
                    </a:lnTo>
                    <a:lnTo>
                      <a:pt x="7382" y="4866"/>
                    </a:lnTo>
                    <a:lnTo>
                      <a:pt x="7326" y="4829"/>
                    </a:lnTo>
                    <a:lnTo>
                      <a:pt x="7252" y="4810"/>
                    </a:lnTo>
                    <a:lnTo>
                      <a:pt x="4437" y="4810"/>
                    </a:lnTo>
                    <a:lnTo>
                      <a:pt x="4419" y="4903"/>
                    </a:lnTo>
                    <a:lnTo>
                      <a:pt x="4400" y="4978"/>
                    </a:lnTo>
                    <a:lnTo>
                      <a:pt x="4363" y="5034"/>
                    </a:lnTo>
                    <a:lnTo>
                      <a:pt x="4325" y="5090"/>
                    </a:lnTo>
                    <a:lnTo>
                      <a:pt x="4269" y="5127"/>
                    </a:lnTo>
                    <a:lnTo>
                      <a:pt x="4195" y="5164"/>
                    </a:lnTo>
                    <a:lnTo>
                      <a:pt x="4139" y="5183"/>
                    </a:lnTo>
                    <a:lnTo>
                      <a:pt x="3263" y="5183"/>
                    </a:lnTo>
                    <a:lnTo>
                      <a:pt x="3207" y="5146"/>
                    </a:lnTo>
                    <a:lnTo>
                      <a:pt x="3132" y="5108"/>
                    </a:lnTo>
                    <a:lnTo>
                      <a:pt x="3076" y="5071"/>
                    </a:lnTo>
                    <a:lnTo>
                      <a:pt x="3039" y="5015"/>
                    </a:lnTo>
                    <a:lnTo>
                      <a:pt x="3002" y="4941"/>
                    </a:lnTo>
                    <a:lnTo>
                      <a:pt x="2983" y="4885"/>
                    </a:lnTo>
                    <a:lnTo>
                      <a:pt x="2965" y="4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</p:grpSp>
      <p:sp>
        <p:nvSpPr>
          <p:cNvPr id="1249" name="Google Shape;1249;p42"/>
          <p:cNvSpPr txBox="1">
            <a:spLocks noGrp="1"/>
          </p:cNvSpPr>
          <p:nvPr>
            <p:ph type="sldNum" idx="12"/>
          </p:nvPr>
        </p:nvSpPr>
        <p:spPr>
          <a:xfrm>
            <a:off x="-125" y="47498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centio template">
  <a:themeElements>
    <a:clrScheme name="Custom 347">
      <a:dk1>
        <a:srgbClr val="000000"/>
      </a:dk1>
      <a:lt1>
        <a:srgbClr val="FFFFFF"/>
      </a:lt1>
      <a:dk2>
        <a:srgbClr val="737783"/>
      </a:dk2>
      <a:lt2>
        <a:srgbClr val="DCDFE7"/>
      </a:lt2>
      <a:accent1>
        <a:srgbClr val="FFFFFF"/>
      </a:accent1>
      <a:accent2>
        <a:srgbClr val="A8C1EC"/>
      </a:accent2>
      <a:accent3>
        <a:srgbClr val="002685"/>
      </a:accent3>
      <a:accent4>
        <a:srgbClr val="EE8EAA"/>
      </a:accent4>
      <a:accent5>
        <a:srgbClr val="B40036"/>
      </a:accent5>
      <a:accent6>
        <a:srgbClr val="000000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1022</Words>
  <Application>Microsoft Office PowerPoint</Application>
  <PresentationFormat>Presentación en pantalla (16:9)</PresentationFormat>
  <Paragraphs>124</Paragraphs>
  <Slides>25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0" baseType="lpstr">
      <vt:lpstr>Libre Baskerville</vt:lpstr>
      <vt:lpstr>Montserrat</vt:lpstr>
      <vt:lpstr>Arial</vt:lpstr>
      <vt:lpstr>Cinzel</vt:lpstr>
      <vt:lpstr>Vicentio template</vt:lpstr>
      <vt:lpstr>Los griegos y la buena vida: un diálogo Robinson</vt:lpstr>
      <vt:lpstr>Lugar: Grecia  Bar Ef Zin (Vivir bien)</vt:lpstr>
      <vt:lpstr>Presentación de PowerPoint</vt:lpstr>
      <vt:lpstr>Los personajes</vt:lpstr>
      <vt:lpstr>Presentación de PowerPoint</vt:lpstr>
      <vt:lpstr>1. ¿Se puede ser feliz sin importar los dolores o sufrimientos que se puedan padecer?</vt:lpstr>
      <vt:lpstr>1. La más alta felicidad</vt:lpstr>
      <vt:lpstr>¿Por qué ser virtuoso?</vt:lpstr>
      <vt:lpstr>Debemos cuidarnos más de no cometer alguna injustifica que de recibirla</vt:lpstr>
      <vt:lpstr>Felicidad</vt:lpstr>
      <vt:lpstr>Felicidad</vt:lpstr>
      <vt:lpstr>La conciencia</vt:lpstr>
      <vt:lpstr>¿EL bienestar solo es un sentimiento?</vt:lpstr>
      <vt:lpstr>Para Sócrates el que es feliz y está bien es el virtuoso y tiene una estado de conciencia armonioso</vt:lpstr>
      <vt:lpstr>La virtud: excelencia</vt:lpstr>
      <vt:lpstr>Presentación de PowerPoint</vt:lpstr>
      <vt:lpstr>Presentación de PowerPoint</vt:lpstr>
      <vt:lpstr>Lo bello y lo feo</vt:lpstr>
      <vt:lpstr>Contradicción de Calicles</vt:lpstr>
      <vt:lpstr>Sócrates</vt:lpstr>
      <vt:lpstr>Sócrates</vt:lpstr>
      <vt:lpstr>¡Suerte!</vt:lpstr>
      <vt:lpstr>Credits</vt:lpstr>
      <vt:lpstr>Presentation design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USUARIO</dc:creator>
  <cp:lastModifiedBy>Jean Luis Arana</cp:lastModifiedBy>
  <cp:revision>31</cp:revision>
  <dcterms:modified xsi:type="dcterms:W3CDTF">2026-08-03T17:35:02Z</dcterms:modified>
</cp:coreProperties>
</file>